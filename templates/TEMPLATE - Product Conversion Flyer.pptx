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16" r:id="rId5"/>
    <p:sldMasterId id="2147483710" r:id="rId6"/>
    <p:sldMasterId id="2147483769" r:id="rId7"/>
  </p:sldMasterIdLst>
  <p:notesMasterIdLst>
    <p:notesMasterId r:id="rId9"/>
  </p:notesMasterIdLst>
  <p:handoutMasterIdLst>
    <p:handoutMasterId r:id="rId10"/>
  </p:handoutMasterIdLst>
  <p:sldIdLst>
    <p:sldId id="256" r:id="rId8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909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cchio, Kim" initials="VK" lastIdx="6" clrIdx="0"/>
  <p:cmAuthor id="2" name="Johnson, Clay" initials="JC" lastIdx="1" clrIdx="1">
    <p:extLst>
      <p:ext uri="{19B8F6BF-5375-455C-9EA6-DF929625EA0E}">
        <p15:presenceInfo xmlns:p15="http://schemas.microsoft.com/office/powerpoint/2012/main" userId="S-1-5-21-515967899-1060284298-682003330-48120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FB11"/>
    <a:srgbClr val="CC66FF"/>
    <a:srgbClr val="99CCFF"/>
    <a:srgbClr val="FE5000"/>
    <a:srgbClr val="5ECE3B"/>
    <a:srgbClr val="FFA300"/>
    <a:srgbClr val="A4BCC2"/>
    <a:srgbClr val="868686"/>
    <a:srgbClr val="000000"/>
    <a:srgbClr val="425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39" autoAdjust="0"/>
  </p:normalViewPr>
  <p:slideViewPr>
    <p:cSldViewPr snapToGrid="0" showGuides="1">
      <p:cViewPr varScale="1">
        <p:scale>
          <a:sx n="82" d="100"/>
          <a:sy n="82" d="100"/>
        </p:scale>
        <p:origin x="2646" y="528"/>
      </p:cViewPr>
      <p:guideLst>
        <p:guide orient="horz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178" y="90"/>
      </p:cViewPr>
      <p:guideLst>
        <p:guide orient="horz" pos="3024"/>
        <p:guide pos="2304"/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38145" cy="461192"/>
          </a:xfrm>
          <a:prstGeom prst="rect">
            <a:avLst/>
          </a:prstGeom>
        </p:spPr>
        <p:txBody>
          <a:bodyPr vert="horz" lIns="87810" tIns="43905" rIns="87810" bIns="4390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5" y="2"/>
            <a:ext cx="3038145" cy="461192"/>
          </a:xfrm>
          <a:prstGeom prst="rect">
            <a:avLst/>
          </a:prstGeom>
        </p:spPr>
        <p:txBody>
          <a:bodyPr vert="horz" lIns="87810" tIns="43905" rIns="87810" bIns="43905" rtlCol="0"/>
          <a:lstStyle>
            <a:lvl1pPr algn="r">
              <a:defRPr sz="1200"/>
            </a:lvl1pPr>
          </a:lstStyle>
          <a:p>
            <a:fld id="{49FDB3B5-76D7-4EAE-BECE-409B0DCE44B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3357"/>
            <a:ext cx="3038145" cy="461192"/>
          </a:xfrm>
          <a:prstGeom prst="rect">
            <a:avLst/>
          </a:prstGeom>
        </p:spPr>
        <p:txBody>
          <a:bodyPr vert="horz" lIns="87810" tIns="43905" rIns="87810" bIns="4390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5" y="8773357"/>
            <a:ext cx="3038145" cy="461192"/>
          </a:xfrm>
          <a:prstGeom prst="rect">
            <a:avLst/>
          </a:prstGeom>
        </p:spPr>
        <p:txBody>
          <a:bodyPr vert="horz" lIns="87810" tIns="43905" rIns="87810" bIns="43905" rtlCol="0" anchor="b"/>
          <a:lstStyle>
            <a:lvl1pPr algn="r">
              <a:defRPr sz="1200"/>
            </a:lvl1pPr>
          </a:lstStyle>
          <a:p>
            <a:fld id="{270F87EA-885A-4C2E-B45E-01ADBE950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3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24" tIns="46412" rIns="92824" bIns="4641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24" tIns="46412" rIns="92824" bIns="46412" rtlCol="0"/>
          <a:lstStyle>
            <a:lvl1pPr algn="r">
              <a:defRPr sz="1200"/>
            </a:lvl1pPr>
          </a:lstStyle>
          <a:p>
            <a:fld id="{49B5D326-05E9-4411-9421-3DC7C6825B0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93738"/>
            <a:ext cx="4616450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24" tIns="46412" rIns="92824" bIns="4641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24" tIns="46412" rIns="92824" bIns="4641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24" tIns="46412" rIns="92824" bIns="4641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24" tIns="46412" rIns="92824" bIns="46412" rtlCol="0" anchor="b"/>
          <a:lstStyle>
            <a:lvl1pPr algn="r">
              <a:defRPr sz="1200"/>
            </a:lvl1pPr>
          </a:lstStyle>
          <a:p>
            <a:fld id="{210488F3-672D-4660-8433-22AED5F3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3" y="1569833"/>
            <a:ext cx="5575958" cy="1419429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86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5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3657600" algn="l" defTabSz="914400" rtl="0" eaLnBrk="1" latinLnBrk="0" hangingPunct="1">
              <a:defRPr lang="en-US" sz="16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6563" y="1569833"/>
            <a:ext cx="5575958" cy="1419429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86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5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3657600" algn="l" defTabSz="914400" rtl="0" eaLnBrk="1" latinLnBrk="0" hangingPunct="1">
              <a:defRPr lang="en-US" sz="16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8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986784"/>
            <a:ext cx="9144000" cy="2871216"/>
          </a:xfrm>
          <a:blipFill>
            <a:blip r:embed="rId2"/>
            <a:stretch>
              <a:fillRect/>
            </a:stretch>
          </a:blipFill>
        </p:spPr>
        <p:txBody>
          <a:bodyPr lIns="347472" tIns="365760" rIns="2834640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5201173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5" y="6094704"/>
            <a:ext cx="4137025" cy="457200"/>
          </a:xfrm>
          <a:prstGeom prst="rect">
            <a:avLst/>
          </a:prstGeom>
        </p:spPr>
        <p:txBody>
          <a:bodyPr/>
          <a:lstStyle>
            <a:lvl1pPr marL="0" indent="-3657600" algn="l" defTabSz="914400" rtl="0" eaLnBrk="1" latinLnBrk="0" hangingPunct="1">
              <a:defRPr lang="en-US" sz="16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4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3" y="1569833"/>
            <a:ext cx="5575958" cy="1419429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86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04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3" y="1569833"/>
            <a:ext cx="5575958" cy="1419429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86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7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886200"/>
            <a:ext cx="9144000" cy="2971800"/>
          </a:xfrm>
          <a:blipFill>
            <a:blip r:embed="rId2"/>
            <a:stretch>
              <a:fillRect/>
            </a:stretch>
          </a:blipFill>
        </p:spPr>
        <p:txBody>
          <a:bodyPr lIns="347472" tIns="914400" rIns="2834640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5662568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089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 hasCustomPrompt="1"/>
          </p:nvPr>
        </p:nvSpPr>
        <p:spPr>
          <a:xfrm>
            <a:off x="0" y="676656"/>
            <a:ext cx="9144000" cy="4599432"/>
          </a:xfrm>
        </p:spPr>
        <p:txBody>
          <a:bodyPr anchor="ctr"/>
          <a:lstStyle>
            <a:lvl1pPr marL="118872" indent="-182880" algn="ctr">
              <a:defRPr b="0"/>
            </a:lvl1pPr>
          </a:lstStyle>
          <a:p>
            <a:r>
              <a:rPr lang="en-US" dirty="0"/>
              <a:t>“Hanging Quote – 28pt Arial, </a:t>
            </a:r>
            <a:br>
              <a:rPr lang="en-US" dirty="0"/>
            </a:br>
            <a:r>
              <a:rPr lang="en-US" dirty="0" err="1"/>
              <a:t>UCHealth</a:t>
            </a:r>
            <a:r>
              <a:rPr lang="en-US" dirty="0"/>
              <a:t> Dark Red”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250030" y="6617048"/>
            <a:ext cx="3086100" cy="194469"/>
          </a:xfrm>
        </p:spPr>
        <p:txBody>
          <a:bodyPr/>
          <a:lstStyle/>
          <a:p>
            <a:r>
              <a:rPr lang="en-US" dirty="0"/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4300834" y="6605590"/>
            <a:ext cx="557885" cy="170207"/>
          </a:xfrm>
        </p:spPr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562" y="457200"/>
            <a:ext cx="8449775" cy="407773"/>
          </a:xfrm>
        </p:spPr>
        <p:txBody>
          <a:bodyPr/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46563" y="1103870"/>
            <a:ext cx="8449774" cy="495244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640080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822960"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822960" indent="-182880">
              <a:buSzPct val="100000"/>
              <a:buFont typeface="Arial" panose="020B0604020202020204" pitchFamily="34" charset="0"/>
              <a:buChar char="-"/>
              <a:defRPr sz="1600"/>
            </a:lvl4pPr>
            <a:lvl5pPr marL="822960" indent="-182880">
              <a:buFont typeface="Arial" panose="020B0604020202020204" pitchFamily="34" charset="0"/>
              <a:buChar char="-"/>
              <a:defRPr sz="1600"/>
            </a:lvl5pPr>
            <a:lvl6pPr marL="822960" indent="-182880">
              <a:buFont typeface="Arial" panose="020B0604020202020204" pitchFamily="34" charset="0"/>
              <a:buChar char="-"/>
              <a:defRPr sz="1600"/>
            </a:lvl6pPr>
            <a:lvl7pPr marL="822960" indent="-182880">
              <a:buSzPct val="100000"/>
              <a:buFont typeface="Arial" panose="020B0604020202020204" pitchFamily="34" charset="0"/>
              <a:buChar char="-"/>
              <a:defRPr sz="1600"/>
            </a:lvl7pPr>
            <a:lvl8pPr marL="822960" indent="-182880">
              <a:buSzPct val="100000"/>
              <a:buFont typeface="Arial" panose="020B0604020202020204" pitchFamily="34" charset="0"/>
              <a:buChar char="-"/>
              <a:defRPr sz="1600"/>
            </a:lvl8pPr>
            <a:lvl9pPr marL="822960" indent="-182880">
              <a:buSzPct val="100000"/>
              <a:buFont typeface="Arial" panose="020B0604020202020204" pitchFamily="34" charset="0"/>
              <a:buChar char="-"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7356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1" y="1662113"/>
            <a:ext cx="844968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0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108730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7040832" cy="621314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3619"/>
            <a:ext cx="8449685" cy="27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346076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2761854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4"/>
            <a:ext cx="7038846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3" y="3201989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320" y="3201989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6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2473278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7019372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6191"/>
            <a:ext cx="2705805" cy="354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8"/>
          </p:nvPr>
        </p:nvSpPr>
        <p:spPr>
          <a:xfrm>
            <a:off x="6108700" y="2514601"/>
            <a:ext cx="2687547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6" y="6134100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690325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346563" y="2514601"/>
            <a:ext cx="557595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588" y="1662113"/>
            <a:ext cx="2698659" cy="4394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6" y="6134099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43462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8"/>
          </p:nvPr>
        </p:nvSpPr>
        <p:spPr>
          <a:xfrm>
            <a:off x="6090442" y="1662114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6" y="6134099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960083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7" y="1662113"/>
            <a:ext cx="4143262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661320" y="1662113"/>
            <a:ext cx="4134927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099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797557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8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3220289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097588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915509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4136118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661321" y="1662113"/>
            <a:ext cx="4134926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918092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7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8"/>
          </p:nvPr>
        </p:nvSpPr>
        <p:spPr>
          <a:xfrm>
            <a:off x="6097588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09337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7" y="1662113"/>
            <a:ext cx="5575850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1185387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55759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6097588" y="1662113"/>
            <a:ext cx="26986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870982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top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7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3216715" y="2514601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8"/>
          <p:cNvSpPr>
            <a:spLocks noGrp="1"/>
          </p:cNvSpPr>
          <p:nvPr>
            <p:ph sz="quarter" idx="27"/>
          </p:nvPr>
        </p:nvSpPr>
        <p:spPr>
          <a:xfrm>
            <a:off x="6090441" y="2514601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3221038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089904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3395018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bottom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7" y="4737101"/>
            <a:ext cx="2712951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1670051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3211952" y="4737101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/>
          <p:cNvSpPr>
            <a:spLocks noGrp="1"/>
          </p:cNvSpPr>
          <p:nvPr>
            <p:ph sz="quarter" idx="25"/>
          </p:nvPr>
        </p:nvSpPr>
        <p:spPr>
          <a:xfrm>
            <a:off x="3219098" y="1670051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083297" y="4737101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8"/>
          <p:cNvSpPr>
            <a:spLocks noGrp="1"/>
          </p:cNvSpPr>
          <p:nvPr>
            <p:ph sz="quarter" idx="27"/>
          </p:nvPr>
        </p:nvSpPr>
        <p:spPr>
          <a:xfrm>
            <a:off x="6090442" y="1670051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18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2618091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561246" y="1160891"/>
            <a:ext cx="3907386" cy="24679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DvxzcvzXDFSD</a:t>
            </a:r>
            <a:endParaRPr lang="en-US" sz="1200" dirty="0">
              <a:solidFill>
                <a:schemeClr val="accent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tfuhdtyudgfj</a:t>
            </a:r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530272" y="1160891"/>
            <a:ext cx="3907386" cy="24679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DvxzcvzXDFSD</a:t>
            </a:r>
            <a:endParaRPr lang="en-US" sz="1200" dirty="0">
              <a:solidFill>
                <a:schemeClr val="accent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tfuhdtyudgfj</a:t>
            </a:r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4530272" y="3687887"/>
            <a:ext cx="3907386" cy="24679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DvxzcvzXDFSD</a:t>
            </a:r>
            <a:endParaRPr lang="en-US" sz="1200" dirty="0">
              <a:solidFill>
                <a:schemeClr val="accent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tfuhdtyudgfj</a:t>
            </a:r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61246" y="3687887"/>
            <a:ext cx="3907386" cy="24679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DvxzcvzXDFSD</a:t>
            </a:r>
            <a:endParaRPr lang="en-US" sz="1200" dirty="0">
              <a:solidFill>
                <a:schemeClr val="accent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tfuhdtyudgfj</a:t>
            </a:r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561246" y="1160891"/>
            <a:ext cx="3907386" cy="206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Tile Title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4530272" y="1160891"/>
            <a:ext cx="3907386" cy="206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Tile Title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61246" y="3685610"/>
            <a:ext cx="3907386" cy="206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Tile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4468632" y="3685610"/>
            <a:ext cx="3907386" cy="206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Tile Title</a:t>
            </a:r>
          </a:p>
        </p:txBody>
      </p:sp>
    </p:spTree>
    <p:extLst>
      <p:ext uri="{BB962C8B-B14F-4D97-AF65-F5344CB8AC3E}">
        <p14:creationId xmlns:p14="http://schemas.microsoft.com/office/powerpoint/2010/main" val="1056568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8652848"/>
              </p:ext>
            </p:extLst>
          </p:nvPr>
        </p:nvGraphicFramePr>
        <p:xfrm>
          <a:off x="370788" y="1171414"/>
          <a:ext cx="4160023" cy="267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023">
                  <a:extLst>
                    <a:ext uri="{9D8B030D-6E8A-4147-A177-3AD203B41FA5}">
                      <a16:colId xmlns:a16="http://schemas.microsoft.com/office/drawing/2014/main" val="1977733113"/>
                    </a:ext>
                  </a:extLst>
                </a:gridCol>
              </a:tblGrid>
              <a:tr h="32221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89368"/>
                  </a:ext>
                </a:extLst>
              </a:tr>
              <a:tr h="2353435">
                <a:tc>
                  <a:txBody>
                    <a:bodyPr/>
                    <a:lstStyle/>
                    <a:p>
                      <a:endParaRPr lang="en-US" sz="12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6253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24751609"/>
              </p:ext>
            </p:extLst>
          </p:nvPr>
        </p:nvGraphicFramePr>
        <p:xfrm>
          <a:off x="4596163" y="1171414"/>
          <a:ext cx="4160023" cy="267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023">
                  <a:extLst>
                    <a:ext uri="{9D8B030D-6E8A-4147-A177-3AD203B41FA5}">
                      <a16:colId xmlns:a16="http://schemas.microsoft.com/office/drawing/2014/main" val="1977733113"/>
                    </a:ext>
                  </a:extLst>
                </a:gridCol>
              </a:tblGrid>
              <a:tr h="32221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89368"/>
                  </a:ext>
                </a:extLst>
              </a:tr>
              <a:tr h="2353435">
                <a:tc>
                  <a:txBody>
                    <a:bodyPr/>
                    <a:lstStyle/>
                    <a:p>
                      <a:endParaRPr lang="en-US" sz="12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6253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83097429"/>
              </p:ext>
            </p:extLst>
          </p:nvPr>
        </p:nvGraphicFramePr>
        <p:xfrm>
          <a:off x="370787" y="3910495"/>
          <a:ext cx="4160023" cy="267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023">
                  <a:extLst>
                    <a:ext uri="{9D8B030D-6E8A-4147-A177-3AD203B41FA5}">
                      <a16:colId xmlns:a16="http://schemas.microsoft.com/office/drawing/2014/main" val="1977733113"/>
                    </a:ext>
                  </a:extLst>
                </a:gridCol>
              </a:tblGrid>
              <a:tr h="32221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89368"/>
                  </a:ext>
                </a:extLst>
              </a:tr>
              <a:tr h="2353435">
                <a:tc>
                  <a:txBody>
                    <a:bodyPr/>
                    <a:lstStyle/>
                    <a:p>
                      <a:endParaRPr lang="en-US" sz="12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6253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00708420"/>
              </p:ext>
            </p:extLst>
          </p:nvPr>
        </p:nvGraphicFramePr>
        <p:xfrm>
          <a:off x="4596163" y="3899781"/>
          <a:ext cx="4160023" cy="267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023">
                  <a:extLst>
                    <a:ext uri="{9D8B030D-6E8A-4147-A177-3AD203B41FA5}">
                      <a16:colId xmlns:a16="http://schemas.microsoft.com/office/drawing/2014/main" val="1977733113"/>
                    </a:ext>
                  </a:extLst>
                </a:gridCol>
              </a:tblGrid>
              <a:tr h="32221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089368"/>
                  </a:ext>
                </a:extLst>
              </a:tr>
              <a:tr h="2353435">
                <a:tc>
                  <a:txBody>
                    <a:bodyPr/>
                    <a:lstStyle/>
                    <a:p>
                      <a:endParaRPr lang="en-US" sz="12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625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8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7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4"/>
            <a:ext cx="1560579" cy="34747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4" y="6134099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Set footer with Insert &gt; Header &amp;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</p:spTree>
    <p:extLst>
      <p:ext uri="{BB962C8B-B14F-4D97-AF65-F5344CB8AC3E}">
        <p14:creationId xmlns:p14="http://schemas.microsoft.com/office/powerpoint/2010/main" val="2007220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E75CD59-7914-48FF-8360-9E90BCC113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2F95-1072-4B69-AD65-97BC55FDA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327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739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981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827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95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85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864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1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955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31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37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558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499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50" y="6214888"/>
            <a:ext cx="1560578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459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986784"/>
            <a:ext cx="9144000" cy="2871216"/>
          </a:xfrm>
          <a:blipFill>
            <a:blip r:embed="rId2"/>
            <a:stretch>
              <a:fillRect/>
            </a:stretch>
          </a:blipFill>
        </p:spPr>
        <p:txBody>
          <a:bodyPr lIns="347472" tIns="365760" rIns="2834640"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4" y="5201177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6094704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406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08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210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886200"/>
            <a:ext cx="9144000" cy="2971800"/>
          </a:xfrm>
          <a:blipFill>
            <a:blip r:embed="rId2"/>
            <a:stretch>
              <a:fillRect/>
            </a:stretch>
          </a:blipFill>
        </p:spPr>
        <p:txBody>
          <a:bodyPr lIns="347472" tIns="914400" rIns="2834640"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4" y="5662572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70006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 hasCustomPrompt="1"/>
          </p:nvPr>
        </p:nvSpPr>
        <p:spPr>
          <a:xfrm>
            <a:off x="0" y="676656"/>
            <a:ext cx="9144000" cy="4599432"/>
          </a:xfrm>
        </p:spPr>
        <p:txBody>
          <a:bodyPr anchor="ctr"/>
          <a:lstStyle>
            <a:lvl1pPr marL="89154" indent="-137160" algn="ctr">
              <a:defRPr b="0"/>
            </a:lvl1pPr>
          </a:lstStyle>
          <a:p>
            <a:r>
              <a:rPr lang="en-US" dirty="0"/>
              <a:t>“Hanging Quote – 28pt Arial, </a:t>
            </a:r>
            <a:br>
              <a:rPr lang="en-US" dirty="0"/>
            </a:br>
            <a:r>
              <a:rPr lang="en-US" dirty="0" err="1"/>
              <a:t>UCHealth</a:t>
            </a:r>
            <a:r>
              <a:rPr lang="en-US" dirty="0"/>
              <a:t> Dark Red”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250030" y="6617052"/>
            <a:ext cx="3086100" cy="19446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4300836" y="6605594"/>
            <a:ext cx="557885" cy="170207"/>
          </a:xfrm>
        </p:spPr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93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46563" y="1662113"/>
            <a:ext cx="8449774" cy="43942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480060">
              <a:defRPr/>
            </a:lvl2pPr>
            <a:lvl3pPr marL="617220">
              <a:defRPr sz="1200"/>
            </a:lvl3pPr>
            <a:lvl4pPr marL="617220" indent="-137160">
              <a:buSzPct val="100000"/>
              <a:buFont typeface="Arial" panose="020B0604020202020204" pitchFamily="34" charset="0"/>
              <a:buChar char="-"/>
              <a:defRPr sz="1200"/>
            </a:lvl4pPr>
            <a:lvl5pPr marL="617220" indent="-137160">
              <a:buFont typeface="Arial" panose="020B0604020202020204" pitchFamily="34" charset="0"/>
              <a:buChar char="-"/>
              <a:defRPr sz="1200"/>
            </a:lvl5pPr>
            <a:lvl6pPr marL="617220" indent="-137160">
              <a:buFont typeface="Arial" panose="020B0604020202020204" pitchFamily="34" charset="0"/>
              <a:buChar char="-"/>
              <a:defRPr sz="1200"/>
            </a:lvl6pPr>
            <a:lvl7pPr marL="617220" indent="-137160">
              <a:buSzPct val="100000"/>
              <a:buFont typeface="Arial" panose="020B0604020202020204" pitchFamily="34" charset="0"/>
              <a:buChar char="-"/>
              <a:defRPr sz="1200"/>
            </a:lvl7pPr>
            <a:lvl8pPr marL="617220" indent="-137160">
              <a:buSzPct val="100000"/>
              <a:buFont typeface="Arial" panose="020B0604020202020204" pitchFamily="34" charset="0"/>
              <a:buChar char="-"/>
              <a:defRPr sz="1200"/>
            </a:lvl8pPr>
            <a:lvl9pPr marL="617220" indent="-137160">
              <a:buSzPct val="100000"/>
              <a:buFont typeface="Arial" panose="020B0604020202020204" pitchFamily="34" charset="0"/>
              <a:buChar char="-"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490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3" y="1662113"/>
            <a:ext cx="844968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0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9840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7040832" cy="621314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4" y="2513619"/>
            <a:ext cx="8449685" cy="27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485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8"/>
            <a:ext cx="7038846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3" y="3201993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320" y="3201993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4189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8" y="1662115"/>
            <a:ext cx="7019372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6191"/>
            <a:ext cx="2705805" cy="354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8"/>
          </p:nvPr>
        </p:nvSpPr>
        <p:spPr>
          <a:xfrm>
            <a:off x="6108701" y="2514601"/>
            <a:ext cx="2687547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7" y="6134104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882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346564" y="2514601"/>
            <a:ext cx="557595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589" y="1662113"/>
            <a:ext cx="2698659" cy="4394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798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8"/>
          </p:nvPr>
        </p:nvSpPr>
        <p:spPr>
          <a:xfrm>
            <a:off x="6090443" y="1662114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9399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7" y="1662113"/>
            <a:ext cx="4143262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661321" y="1662113"/>
            <a:ext cx="4134927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7688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20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3220291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097590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4892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4136118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661323" y="1662113"/>
            <a:ext cx="4134926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5352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7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8"/>
          </p:nvPr>
        </p:nvSpPr>
        <p:spPr>
          <a:xfrm>
            <a:off x="6097589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061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9" y="1662113"/>
            <a:ext cx="5575850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2110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55759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6097589" y="1662113"/>
            <a:ext cx="26986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1546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top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9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3216716" y="2514605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8"/>
          <p:cNvSpPr>
            <a:spLocks noGrp="1"/>
          </p:cNvSpPr>
          <p:nvPr>
            <p:ph sz="quarter" idx="27"/>
          </p:nvPr>
        </p:nvSpPr>
        <p:spPr>
          <a:xfrm>
            <a:off x="6090443" y="2514605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3221039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089906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8344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bottom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9" y="4737105"/>
            <a:ext cx="2712951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3211952" y="4737105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/>
          <p:cNvSpPr>
            <a:spLocks noGrp="1"/>
          </p:cNvSpPr>
          <p:nvPr>
            <p:ph sz="quarter" idx="25"/>
          </p:nvPr>
        </p:nvSpPr>
        <p:spPr>
          <a:xfrm>
            <a:off x="3219098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083297" y="4737105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8"/>
          <p:cNvSpPr>
            <a:spLocks noGrp="1"/>
          </p:cNvSpPr>
          <p:nvPr>
            <p:ph sz="quarter" idx="27"/>
          </p:nvPr>
        </p:nvSpPr>
        <p:spPr>
          <a:xfrm>
            <a:off x="6090443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8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9935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6480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959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0909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80267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6233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1712" y="1638306"/>
            <a:ext cx="7017079" cy="685799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2902" y="2514605"/>
            <a:ext cx="4130187" cy="35417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298" y="2530476"/>
            <a:ext cx="4136140" cy="3525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059492"/>
            <a:ext cx="6283325" cy="472837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81" y="6203508"/>
            <a:ext cx="1170434" cy="347473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0308" y="6306991"/>
            <a:ext cx="575607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7416" y="6630123"/>
            <a:ext cx="3086100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714572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1636776"/>
            <a:ext cx="8453438" cy="4422712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480060">
              <a:defRPr/>
            </a:lvl2pPr>
            <a:lvl3pPr marL="617220">
              <a:defRPr sz="1200"/>
            </a:lvl3pPr>
            <a:lvl4pPr marL="617220" indent="-137160">
              <a:buSzPct val="100000"/>
              <a:buFont typeface="Arial" panose="020B0604020202020204" pitchFamily="34" charset="0"/>
              <a:buChar char="-"/>
              <a:defRPr sz="1200"/>
            </a:lvl4pPr>
            <a:lvl5pPr marL="617220" indent="-137160">
              <a:buFont typeface="Arial" panose="020B0604020202020204" pitchFamily="34" charset="0"/>
              <a:buChar char="-"/>
              <a:defRPr sz="1200"/>
            </a:lvl5pPr>
            <a:lvl6pPr marL="617220" indent="-137160">
              <a:buFont typeface="Arial" panose="020B0604020202020204" pitchFamily="34" charset="0"/>
              <a:buChar char="-"/>
              <a:defRPr sz="1200"/>
            </a:lvl6pPr>
            <a:lvl7pPr marL="617220" indent="-137160">
              <a:buSzPct val="100000"/>
              <a:buFont typeface="Arial" panose="020B0604020202020204" pitchFamily="34" charset="0"/>
              <a:buChar char="-"/>
              <a:defRPr sz="1200"/>
            </a:lvl7pPr>
            <a:lvl8pPr marL="617220" indent="-137160">
              <a:buSzPct val="100000"/>
              <a:buFont typeface="Arial" panose="020B0604020202020204" pitchFamily="34" charset="0"/>
              <a:buChar char="-"/>
              <a:defRPr sz="1200"/>
            </a:lvl8pPr>
            <a:lvl9pPr marL="617220" indent="-137160">
              <a:buSzPct val="100000"/>
              <a:buFont typeface="Arial" panose="020B0604020202020204" pitchFamily="34" charset="0"/>
              <a:buChar char="-"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81" y="6203508"/>
            <a:ext cx="1170434" cy="347473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0308" y="6306991"/>
            <a:ext cx="575607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7416" y="6630123"/>
            <a:ext cx="3086100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4890455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20"/>
            <a:ext cx="7038846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02870" indent="-102870">
              <a:spcAft>
                <a:spcPts val="0"/>
              </a:spcAft>
              <a:buFont typeface="Arial" panose="020B0604020202020204" pitchFamily="34" charset="0"/>
              <a:buChar char="•"/>
              <a:defRPr sz="1013" b="1">
                <a:solidFill>
                  <a:schemeClr val="tx1"/>
                </a:solidFill>
              </a:defRPr>
            </a:lvl2pPr>
            <a:lvl3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3pPr>
            <a:lvl4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4pPr>
            <a:lvl5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5pPr>
            <a:lvl6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6pPr>
            <a:lvl7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7pPr>
            <a:lvl8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8pPr>
            <a:lvl9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3" y="3201995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320" y="3201995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953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7" y="6134105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6045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4136118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661323" y="1662113"/>
            <a:ext cx="4134926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7" y="6134105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5227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039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4089691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50" y="6214888"/>
            <a:ext cx="1560578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598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986784"/>
            <a:ext cx="9144000" cy="2871216"/>
          </a:xfrm>
          <a:blipFill>
            <a:blip r:embed="rId2"/>
            <a:stretch>
              <a:fillRect/>
            </a:stretch>
          </a:blipFill>
        </p:spPr>
        <p:txBody>
          <a:bodyPr lIns="347472" tIns="365760" rIns="2834640"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4" y="5201177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3"/>
          </p:nvPr>
        </p:nvSpPr>
        <p:spPr>
          <a:xfrm>
            <a:off x="346077" y="6094704"/>
            <a:ext cx="4137025" cy="457200"/>
          </a:xfrm>
          <a:prstGeom prst="rect">
            <a:avLst/>
          </a:prstGeom>
        </p:spPr>
        <p:txBody>
          <a:bodyPr/>
          <a:lstStyle>
            <a:lvl1pPr marL="0" indent="-2743200" algn="l" defTabSz="685800" rtl="0" eaLnBrk="1" latinLnBrk="0" hangingPunct="1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687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77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564" y="1569837"/>
            <a:ext cx="5575958" cy="1419429"/>
          </a:xfrm>
        </p:spPr>
        <p:txBody>
          <a:bodyPr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2" y="3155790"/>
            <a:ext cx="5575959" cy="1072265"/>
          </a:xfrm>
        </p:spPr>
        <p:txBody>
          <a:bodyPr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9392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54444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886200"/>
            <a:ext cx="9144000" cy="2971800"/>
          </a:xfrm>
          <a:blipFill>
            <a:blip r:embed="rId2"/>
            <a:stretch>
              <a:fillRect/>
            </a:stretch>
          </a:blipFill>
        </p:spPr>
        <p:txBody>
          <a:bodyPr lIns="347472" tIns="914400" rIns="2834640"/>
          <a:lstStyle>
            <a:lvl1pPr>
              <a:defRPr sz="2100">
                <a:solidFill>
                  <a:srgbClr val="A6093D"/>
                </a:solidFill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r>
              <a:rPr lang="en-US" dirty="0"/>
              <a:t>line 2 goes here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6564" y="5662572"/>
            <a:ext cx="5576401" cy="897085"/>
          </a:xfrm>
        </p:spPr>
        <p:txBody>
          <a:bodyPr anchor="b" anchorCtr="0"/>
          <a:lstStyle>
            <a:lvl1pPr>
              <a:spcAft>
                <a:spcPts val="0"/>
              </a:spcAft>
              <a:defRPr sz="135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3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1705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 hasCustomPrompt="1"/>
          </p:nvPr>
        </p:nvSpPr>
        <p:spPr>
          <a:xfrm>
            <a:off x="0" y="676656"/>
            <a:ext cx="9144000" cy="4599432"/>
          </a:xfrm>
        </p:spPr>
        <p:txBody>
          <a:bodyPr anchor="ctr"/>
          <a:lstStyle>
            <a:lvl1pPr marL="89154" indent="-137160" algn="ctr">
              <a:defRPr b="0"/>
            </a:lvl1pPr>
          </a:lstStyle>
          <a:p>
            <a:r>
              <a:rPr lang="en-US" dirty="0"/>
              <a:t>“Hanging Quote – 28pt Arial, </a:t>
            </a:r>
            <a:br>
              <a:rPr lang="en-US" dirty="0"/>
            </a:br>
            <a:r>
              <a:rPr lang="en-US" dirty="0" err="1"/>
              <a:t>UCHealth</a:t>
            </a:r>
            <a:r>
              <a:rPr lang="en-US" dirty="0"/>
              <a:t> Dark Red”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250030" y="6617052"/>
            <a:ext cx="3086100" cy="19446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4300836" y="6605594"/>
            <a:ext cx="557885" cy="170207"/>
          </a:xfrm>
        </p:spPr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99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46563" y="1662113"/>
            <a:ext cx="8449774" cy="43942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480060">
              <a:defRPr/>
            </a:lvl2pPr>
            <a:lvl3pPr marL="617220">
              <a:defRPr sz="1200"/>
            </a:lvl3pPr>
            <a:lvl4pPr marL="617220" indent="-137160">
              <a:buSzPct val="100000"/>
              <a:buFont typeface="Arial" panose="020B0604020202020204" pitchFamily="34" charset="0"/>
              <a:buChar char="-"/>
              <a:defRPr sz="1200"/>
            </a:lvl4pPr>
            <a:lvl5pPr marL="617220" indent="-137160">
              <a:buFont typeface="Arial" panose="020B0604020202020204" pitchFamily="34" charset="0"/>
              <a:buChar char="-"/>
              <a:defRPr sz="1200"/>
            </a:lvl5pPr>
            <a:lvl6pPr marL="617220" indent="-137160">
              <a:buFont typeface="Arial" panose="020B0604020202020204" pitchFamily="34" charset="0"/>
              <a:buChar char="-"/>
              <a:defRPr sz="1200"/>
            </a:lvl6pPr>
            <a:lvl7pPr marL="617220" indent="-137160">
              <a:buSzPct val="100000"/>
              <a:buFont typeface="Arial" panose="020B0604020202020204" pitchFamily="34" charset="0"/>
              <a:buChar char="-"/>
              <a:defRPr sz="1200"/>
            </a:lvl7pPr>
            <a:lvl8pPr marL="617220" indent="-137160">
              <a:buSzPct val="100000"/>
              <a:buFont typeface="Arial" panose="020B0604020202020204" pitchFamily="34" charset="0"/>
              <a:buChar char="-"/>
              <a:defRPr sz="1200"/>
            </a:lvl8pPr>
            <a:lvl9pPr marL="617220" indent="-137160">
              <a:buSzPct val="100000"/>
              <a:buFont typeface="Arial" panose="020B0604020202020204" pitchFamily="34" charset="0"/>
              <a:buChar char="-"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07865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3" y="1662113"/>
            <a:ext cx="844968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0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408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7040832" cy="621314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4" y="2513619"/>
            <a:ext cx="8449685" cy="27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19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8"/>
            <a:ext cx="7038846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3" y="3201993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320" y="3201993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69546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8" y="1662115"/>
            <a:ext cx="7019372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6191"/>
            <a:ext cx="2705805" cy="354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8"/>
          </p:nvPr>
        </p:nvSpPr>
        <p:spPr>
          <a:xfrm>
            <a:off x="6108701" y="2514601"/>
            <a:ext cx="2687547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7" y="6134104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97062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346564" y="2514601"/>
            <a:ext cx="557595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589" y="1662113"/>
            <a:ext cx="2698659" cy="4394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47852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15"/>
            <a:ext cx="5583105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7"/>
          </p:nvPr>
        </p:nvSpPr>
        <p:spPr>
          <a:xfrm>
            <a:off x="3216716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8"/>
          </p:nvPr>
        </p:nvSpPr>
        <p:spPr>
          <a:xfrm>
            <a:off x="6090443" y="1662114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1001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7" y="1662113"/>
            <a:ext cx="4143262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661321" y="1662113"/>
            <a:ext cx="4134927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05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7" y="6134103"/>
            <a:ext cx="6511924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2140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20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3220291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097590" y="1662113"/>
            <a:ext cx="2712949" cy="4394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0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6871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4136118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661323" y="1662113"/>
            <a:ext cx="4134926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670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7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8"/>
          </p:nvPr>
        </p:nvSpPr>
        <p:spPr>
          <a:xfrm>
            <a:off x="6097589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3902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2705805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3220399" y="1662113"/>
            <a:ext cx="5575850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93057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55759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6097589" y="1662113"/>
            <a:ext cx="2698659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4841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top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9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2514601"/>
            <a:ext cx="2705805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3216716" y="2514605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8"/>
          <p:cNvSpPr>
            <a:spLocks noGrp="1"/>
          </p:cNvSpPr>
          <p:nvPr>
            <p:ph sz="quarter" idx="27"/>
          </p:nvPr>
        </p:nvSpPr>
        <p:spPr>
          <a:xfrm>
            <a:off x="6090443" y="2514605"/>
            <a:ext cx="2705805" cy="354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/>
          </p:nvPr>
        </p:nvSpPr>
        <p:spPr>
          <a:xfrm>
            <a:off x="3221039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089906" y="1662115"/>
            <a:ext cx="2712951" cy="62388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1059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_bottom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9" y="4737105"/>
            <a:ext cx="2712951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2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3211952" y="4737105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/>
          <p:cNvSpPr>
            <a:spLocks noGrp="1"/>
          </p:cNvSpPr>
          <p:nvPr>
            <p:ph sz="quarter" idx="25"/>
          </p:nvPr>
        </p:nvSpPr>
        <p:spPr>
          <a:xfrm>
            <a:off x="3219098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083297" y="4737105"/>
            <a:ext cx="2712951" cy="1309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137160" indent="-137160"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8"/>
          <p:cNvSpPr>
            <a:spLocks noGrp="1"/>
          </p:cNvSpPr>
          <p:nvPr>
            <p:ph sz="quarter" idx="27"/>
          </p:nvPr>
        </p:nvSpPr>
        <p:spPr>
          <a:xfrm>
            <a:off x="6090443" y="1670055"/>
            <a:ext cx="2705805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18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9864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3376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88"/>
            <a:ext cx="1560579" cy="34747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6" y="6134103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69790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0352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10376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A033A660-F8C8-4ADB-AD5D-2644FF83826A}" type="datetimeFigureOut">
              <a:rPr lang="en-US" smtClean="0">
                <a:solidFill>
                  <a:srgbClr val="000000"/>
                </a:solidFill>
              </a:rPr>
              <a:pPr/>
              <a:t>10/27/2025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7822E-C4C2-4C92-B1F4-326AEFC0F452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0963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41712" y="1638306"/>
            <a:ext cx="7017079" cy="685799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chemeClr val="tx1"/>
                </a:solidFill>
              </a:defRPr>
            </a:lvl2pPr>
            <a:lvl3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3pPr>
            <a:lvl4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4pPr>
            <a:lvl5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5pPr>
            <a:lvl6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6pPr>
            <a:lvl7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7pPr>
            <a:lvl8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8pPr>
            <a:lvl9pPr marL="274320" indent="-137160">
              <a:spcAft>
                <a:spcPts val="0"/>
              </a:spcAft>
              <a:buFont typeface="Arial" panose="020B0604020202020204" pitchFamily="34" charset="0"/>
              <a:buChar char="-"/>
              <a:defRPr sz="135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2902" y="2514605"/>
            <a:ext cx="4130187" cy="35417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298" y="2530476"/>
            <a:ext cx="4136140" cy="3525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059492"/>
            <a:ext cx="6283325" cy="472837"/>
          </a:xfrm>
        </p:spPr>
        <p:txBody>
          <a:bodyPr anchor="b" anchorCtr="0"/>
          <a:lstStyle>
            <a:lvl1pPr>
              <a:spcAft>
                <a:spcPts val="0"/>
              </a:spcAft>
              <a:defRPr sz="675"/>
            </a:lvl1pPr>
            <a:lvl2pPr marL="0" indent="0">
              <a:spcAft>
                <a:spcPts val="0"/>
              </a:spcAft>
              <a:buNone/>
              <a:defRPr sz="675"/>
            </a:lvl2pPr>
            <a:lvl3pPr marL="0" indent="0">
              <a:spcAft>
                <a:spcPts val="0"/>
              </a:spcAft>
              <a:buNone/>
              <a:defRPr sz="675"/>
            </a:lvl3pPr>
            <a:lvl4pPr marL="0" indent="0">
              <a:spcAft>
                <a:spcPts val="0"/>
              </a:spcAft>
              <a:buNone/>
              <a:defRPr sz="675"/>
            </a:lvl4pPr>
            <a:lvl5pPr marL="0" indent="0">
              <a:spcAft>
                <a:spcPts val="0"/>
              </a:spcAft>
              <a:buNone/>
              <a:defRPr sz="675"/>
            </a:lvl5pPr>
            <a:lvl6pPr marL="0" indent="0">
              <a:spcAft>
                <a:spcPts val="0"/>
              </a:spcAft>
              <a:buNone/>
              <a:defRPr sz="675"/>
            </a:lvl6pPr>
            <a:lvl7pPr marL="0" indent="0">
              <a:spcAft>
                <a:spcPts val="0"/>
              </a:spcAft>
              <a:buNone/>
              <a:defRPr sz="675"/>
            </a:lvl7pPr>
            <a:lvl8pPr marL="0" indent="0">
              <a:spcAft>
                <a:spcPts val="0"/>
              </a:spcAft>
              <a:buNone/>
              <a:defRPr sz="675"/>
            </a:lvl8pPr>
            <a:lvl9pPr marL="0" indent="0">
              <a:spcAft>
                <a:spcPts val="0"/>
              </a:spcAft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81" y="6203508"/>
            <a:ext cx="1170434" cy="347473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0308" y="6306991"/>
            <a:ext cx="575607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7416" y="6630123"/>
            <a:ext cx="3086100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87234679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1636776"/>
            <a:ext cx="8453438" cy="4422712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480060">
              <a:defRPr/>
            </a:lvl2pPr>
            <a:lvl3pPr marL="617220">
              <a:defRPr sz="1200"/>
            </a:lvl3pPr>
            <a:lvl4pPr marL="617220" indent="-137160">
              <a:buSzPct val="100000"/>
              <a:buFont typeface="Arial" panose="020B0604020202020204" pitchFamily="34" charset="0"/>
              <a:buChar char="-"/>
              <a:defRPr sz="1200"/>
            </a:lvl4pPr>
            <a:lvl5pPr marL="617220" indent="-137160">
              <a:buFont typeface="Arial" panose="020B0604020202020204" pitchFamily="34" charset="0"/>
              <a:buChar char="-"/>
              <a:defRPr sz="1200"/>
            </a:lvl5pPr>
            <a:lvl6pPr marL="617220" indent="-137160">
              <a:buFont typeface="Arial" panose="020B0604020202020204" pitchFamily="34" charset="0"/>
              <a:buChar char="-"/>
              <a:defRPr sz="1200"/>
            </a:lvl6pPr>
            <a:lvl7pPr marL="617220" indent="-137160">
              <a:buSzPct val="100000"/>
              <a:buFont typeface="Arial" panose="020B0604020202020204" pitchFamily="34" charset="0"/>
              <a:buChar char="-"/>
              <a:defRPr sz="1200"/>
            </a:lvl7pPr>
            <a:lvl8pPr marL="617220" indent="-137160">
              <a:buSzPct val="100000"/>
              <a:buFont typeface="Arial" panose="020B0604020202020204" pitchFamily="34" charset="0"/>
              <a:buChar char="-"/>
              <a:defRPr sz="1200"/>
            </a:lvl8pPr>
            <a:lvl9pPr marL="617220" indent="-137160">
              <a:buSzPct val="100000"/>
              <a:buFont typeface="Arial" panose="020B0604020202020204" pitchFamily="34" charset="0"/>
              <a:buChar char="-"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81" y="6203508"/>
            <a:ext cx="1170434" cy="347473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0308" y="6306991"/>
            <a:ext cx="575607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7416" y="6630123"/>
            <a:ext cx="3086100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54677748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39416" y="1662120"/>
            <a:ext cx="7038846" cy="1309687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1"/>
                </a:solidFill>
              </a:defRPr>
            </a:lvl1pPr>
            <a:lvl2pPr marL="102870" indent="-102870">
              <a:spcAft>
                <a:spcPts val="0"/>
              </a:spcAft>
              <a:buFont typeface="Arial" panose="020B0604020202020204" pitchFamily="34" charset="0"/>
              <a:buChar char="•"/>
              <a:defRPr sz="1013" b="1">
                <a:solidFill>
                  <a:schemeClr val="tx1"/>
                </a:solidFill>
              </a:defRPr>
            </a:lvl2pPr>
            <a:lvl3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3pPr>
            <a:lvl4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4pPr>
            <a:lvl5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5pPr>
            <a:lvl6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6pPr>
            <a:lvl7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7pPr>
            <a:lvl8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8pPr>
            <a:lvl9pPr marL="205740" indent="-102870">
              <a:spcAft>
                <a:spcPts val="0"/>
              </a:spcAft>
              <a:buFont typeface="Arial" panose="020B0604020202020204" pitchFamily="34" charset="0"/>
              <a:buChar char="-"/>
              <a:defRPr sz="1013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46563" y="3201995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4661320" y="3201995"/>
            <a:ext cx="4136118" cy="285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346077" y="6134100"/>
            <a:ext cx="6511924" cy="398224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78010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6077" y="6134105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99613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346562" y="1662113"/>
            <a:ext cx="4136118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661323" y="1662113"/>
            <a:ext cx="4134926" cy="43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48" y="6214890"/>
            <a:ext cx="1560579" cy="34747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346077" y="6134105"/>
            <a:ext cx="6511925" cy="398225"/>
          </a:xfrm>
        </p:spPr>
        <p:txBody>
          <a:bodyPr anchor="b" anchorCtr="0"/>
          <a:lstStyle>
            <a:lvl1pPr>
              <a:spcAft>
                <a:spcPts val="0"/>
              </a:spcAft>
              <a:defRPr sz="506"/>
            </a:lvl1pPr>
            <a:lvl2pPr marL="0" indent="0">
              <a:spcAft>
                <a:spcPts val="0"/>
              </a:spcAft>
              <a:buNone/>
              <a:defRPr sz="506"/>
            </a:lvl2pPr>
            <a:lvl3pPr marL="0" indent="0">
              <a:spcAft>
                <a:spcPts val="0"/>
              </a:spcAft>
              <a:buNone/>
              <a:defRPr sz="506"/>
            </a:lvl3pPr>
            <a:lvl4pPr marL="0" indent="0">
              <a:spcAft>
                <a:spcPts val="0"/>
              </a:spcAft>
              <a:buNone/>
              <a:defRPr sz="506"/>
            </a:lvl4pPr>
            <a:lvl5pPr marL="0" indent="0">
              <a:spcAft>
                <a:spcPts val="0"/>
              </a:spcAft>
              <a:buNone/>
              <a:defRPr sz="506"/>
            </a:lvl5pPr>
            <a:lvl6pPr marL="0" indent="0">
              <a:spcAft>
                <a:spcPts val="0"/>
              </a:spcAft>
              <a:buNone/>
              <a:defRPr sz="506"/>
            </a:lvl6pPr>
            <a:lvl7pPr marL="0" indent="0">
              <a:spcAft>
                <a:spcPts val="0"/>
              </a:spcAft>
              <a:buNone/>
              <a:defRPr sz="506"/>
            </a:lvl7pPr>
            <a:lvl8pPr marL="0" indent="0">
              <a:spcAft>
                <a:spcPts val="0"/>
              </a:spcAft>
              <a:buNone/>
              <a:defRPr sz="506"/>
            </a:lvl8pPr>
            <a:lvl9pPr marL="0" indent="0">
              <a:spcAft>
                <a:spcPts val="0"/>
              </a:spcAft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8591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0496" y="131937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1496" y="131937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93408" y="359256"/>
            <a:ext cx="8229600" cy="610765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573392" y="6443105"/>
            <a:ext cx="406692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525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489F9553-C816-6842-8939-EE75ECF7EB2B}" type="slidenum">
              <a:rPr lang="en-US" smtClean="0">
                <a:solidFill>
                  <a:srgbClr val="4D4F53">
                    <a:lumMod val="60000"/>
                    <a:lumOff val="4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4F5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874631" y="6532559"/>
            <a:ext cx="3835387" cy="249201"/>
          </a:xfrm>
          <a:prstGeom prst="rect">
            <a:avLst/>
          </a:prstGeom>
        </p:spPr>
        <p:txBody>
          <a:bodyPr/>
          <a:lstStyle>
            <a:lvl1pPr algn="r">
              <a:defRPr sz="4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4D4F53">
                    <a:lumMod val="60000"/>
                    <a:lumOff val="40000"/>
                  </a:srgbClr>
                </a:solidFill>
              </a:rPr>
              <a:t>©2015 Trinity Health - Livonia, Mich.</a:t>
            </a:r>
          </a:p>
        </p:txBody>
      </p:sp>
    </p:spTree>
    <p:extLst>
      <p:ext uri="{BB962C8B-B14F-4D97-AF65-F5344CB8AC3E}">
        <p14:creationId xmlns:p14="http://schemas.microsoft.com/office/powerpoint/2010/main" val="332038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8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3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91.xml"/><Relationship Id="rId34" Type="http://schemas.openxmlformats.org/officeDocument/2006/relationships/theme" Target="../theme/theme4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9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62" y="457200"/>
            <a:ext cx="8449775" cy="4983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63" y="1095632"/>
            <a:ext cx="8449773" cy="49606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 bullet </a:t>
            </a:r>
          </a:p>
          <a:p>
            <a:pPr lvl="2"/>
            <a:r>
              <a:rPr lang="en-US" dirty="0"/>
              <a:t>Second bullet</a:t>
            </a:r>
          </a:p>
          <a:p>
            <a:pPr lvl="3"/>
            <a:r>
              <a:rPr lang="en-US" dirty="0"/>
              <a:t>Third bullet</a:t>
            </a:r>
          </a:p>
          <a:p>
            <a:pPr lvl="4"/>
            <a:r>
              <a:rPr lang="en-US" dirty="0"/>
              <a:t>Fourth bullet</a:t>
            </a:r>
          </a:p>
          <a:p>
            <a:pPr lvl="5"/>
            <a:r>
              <a:rPr lang="en-US" dirty="0"/>
              <a:t>Fifth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0834" y="6605590"/>
            <a:ext cx="557885" cy="17020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50030" y="6617048"/>
            <a:ext cx="3086100" cy="1944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56332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65" r:id="rId2"/>
    <p:sldLayoutId id="2147483708" r:id="rId3"/>
    <p:sldLayoutId id="2147483704" r:id="rId4"/>
    <p:sldLayoutId id="2147483705" r:id="rId5"/>
    <p:sldLayoutId id="2147483706" r:id="rId6"/>
    <p:sldLayoutId id="2147483699" r:id="rId7"/>
    <p:sldLayoutId id="2147483652" r:id="rId8"/>
    <p:sldLayoutId id="2147483679" r:id="rId9"/>
    <p:sldLayoutId id="2147483674" r:id="rId10"/>
    <p:sldLayoutId id="2147483673" r:id="rId11"/>
    <p:sldLayoutId id="2147483653" r:id="rId12"/>
    <p:sldLayoutId id="2147483654" r:id="rId13"/>
    <p:sldLayoutId id="2147483655" r:id="rId14"/>
    <p:sldLayoutId id="2147483682" r:id="rId15"/>
    <p:sldLayoutId id="2147483662" r:id="rId16"/>
    <p:sldLayoutId id="2147483678" r:id="rId17"/>
    <p:sldLayoutId id="2147483658" r:id="rId18"/>
    <p:sldLayoutId id="2147483676" r:id="rId19"/>
    <p:sldLayoutId id="2147483677" r:id="rId20"/>
    <p:sldLayoutId id="2147483687" r:id="rId21"/>
    <p:sldLayoutId id="2147483688" r:id="rId22"/>
    <p:sldLayoutId id="2147483696" r:id="rId23"/>
    <p:sldLayoutId id="2147483815" r:id="rId24"/>
    <p:sldLayoutId id="2147483828" r:id="rId25"/>
    <p:sldLayoutId id="2147483697" r:id="rId26"/>
    <p:sldLayoutId id="2147483709" r:id="rId27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A6093D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FontTx/>
        <a:buNone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182880" indent="-18288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365760" indent="-18288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54864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731520" indent="-18288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914400" indent="-18288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6pPr>
      <a:lvl7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5" userDrawn="1">
          <p15:clr>
            <a:srgbClr val="F26B43"/>
          </p15:clr>
        </p15:guide>
        <p15:guide id="3" pos="1912" userDrawn="1">
          <p15:clr>
            <a:srgbClr val="F26B43"/>
          </p15:clr>
        </p15:guide>
        <p15:guide id="4" pos="2025" userDrawn="1">
          <p15:clr>
            <a:srgbClr val="F26B43"/>
          </p15:clr>
        </p15:guide>
        <p15:guide id="5" pos="2820" userDrawn="1">
          <p15:clr>
            <a:srgbClr val="F26B43"/>
          </p15:clr>
        </p15:guide>
        <p15:guide id="6" pos="2936" userDrawn="1">
          <p15:clr>
            <a:srgbClr val="F26B43"/>
          </p15:clr>
        </p15:guide>
        <p15:guide id="7" pos="3735" userDrawn="1">
          <p15:clr>
            <a:srgbClr val="F26B43"/>
          </p15:clr>
        </p15:guide>
        <p15:guide id="8" pos="3848" userDrawn="1">
          <p15:clr>
            <a:srgbClr val="F26B43"/>
          </p15:clr>
        </p15:guide>
        <p15:guide id="9" pos="5544" userDrawn="1">
          <p15:clr>
            <a:srgbClr val="F26B43"/>
          </p15:clr>
        </p15:guide>
        <p15:guide id="10" orient="horz" pos="280" userDrawn="1">
          <p15:clr>
            <a:srgbClr val="F26B43"/>
          </p15:clr>
        </p15:guide>
        <p15:guide id="13" orient="horz" pos="912" userDrawn="1">
          <p15:clr>
            <a:srgbClr val="F26B43"/>
          </p15:clr>
        </p15:guide>
        <p15:guide id="14" orient="horz" pos="1032" userDrawn="1">
          <p15:clr>
            <a:srgbClr val="F26B43"/>
          </p15:clr>
        </p15:guide>
        <p15:guide id="15" orient="horz" pos="1440" userDrawn="1">
          <p15:clr>
            <a:srgbClr val="F26B43"/>
          </p15:clr>
        </p15:guide>
        <p15:guide id="16" orient="horz" pos="1584" userDrawn="1">
          <p15:clr>
            <a:srgbClr val="F26B43"/>
          </p15:clr>
        </p15:guide>
        <p15:guide id="17" orient="horz" pos="4093" userDrawn="1">
          <p15:clr>
            <a:srgbClr val="F26B43"/>
          </p15:clr>
        </p15:guide>
        <p15:guide id="18" orient="horz" pos="3817" userDrawn="1">
          <p15:clr>
            <a:srgbClr val="F26B43"/>
          </p15:clr>
        </p15:guide>
        <p15:guide id="19" orient="horz" pos="42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28CDA-0183-46E1-997D-2B6B4A67267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7B057-2ADF-446C-A374-A489F1DD7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2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64" y="457203"/>
            <a:ext cx="8449775" cy="9747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65" y="1662113"/>
            <a:ext cx="8449773" cy="4394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 bullet </a:t>
            </a:r>
          </a:p>
          <a:p>
            <a:pPr lvl="2"/>
            <a:r>
              <a:rPr lang="en-US" dirty="0"/>
              <a:t>Second bullet</a:t>
            </a:r>
          </a:p>
          <a:p>
            <a:pPr lvl="3"/>
            <a:r>
              <a:rPr lang="en-US" dirty="0"/>
              <a:t>Third bullet</a:t>
            </a:r>
          </a:p>
          <a:p>
            <a:pPr lvl="4"/>
            <a:r>
              <a:rPr lang="en-US" dirty="0"/>
              <a:t>Fourth bullet</a:t>
            </a:r>
          </a:p>
          <a:p>
            <a:pPr lvl="5"/>
            <a:r>
              <a:rPr lang="en-US" dirty="0"/>
              <a:t>Fifth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0836" y="6605594"/>
            <a:ext cx="557885" cy="17020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50030" y="6617052"/>
            <a:ext cx="3086100" cy="1944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04217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</p:sldLayoutIdLst>
  <p:hf hd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>
          <a:solidFill>
            <a:srgbClr val="A6093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450"/>
        </a:spcAft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6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7432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-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41148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4864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-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8580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1">
          <p15:clr>
            <a:srgbClr val="F26B43"/>
          </p15:clr>
        </p15:guide>
        <p15:guide id="2" pos="1434">
          <p15:clr>
            <a:srgbClr val="F26B43"/>
          </p15:clr>
        </p15:guide>
        <p15:guide id="3" pos="1519">
          <p15:clr>
            <a:srgbClr val="F26B43"/>
          </p15:clr>
        </p15:guide>
        <p15:guide id="4" pos="2115">
          <p15:clr>
            <a:srgbClr val="F26B43"/>
          </p15:clr>
        </p15:guide>
        <p15:guide id="5" pos="2202">
          <p15:clr>
            <a:srgbClr val="F26B43"/>
          </p15:clr>
        </p15:guide>
        <p15:guide id="6" pos="2801">
          <p15:clr>
            <a:srgbClr val="F26B43"/>
          </p15:clr>
        </p15:guide>
        <p15:guide id="7" pos="2886">
          <p15:clr>
            <a:srgbClr val="F26B43"/>
          </p15:clr>
        </p15:guide>
        <p15:guide id="8" pos="4158">
          <p15:clr>
            <a:srgbClr val="F26B43"/>
          </p15:clr>
        </p15:guide>
        <p15:guide id="9" orient="horz" pos="280">
          <p15:clr>
            <a:srgbClr val="F26B43"/>
          </p15:clr>
        </p15:guide>
        <p15:guide id="10" orient="horz" pos="912">
          <p15:clr>
            <a:srgbClr val="F26B43"/>
          </p15:clr>
        </p15:guide>
        <p15:guide id="11" orient="horz" pos="1032">
          <p15:clr>
            <a:srgbClr val="F26B43"/>
          </p15:clr>
        </p15:guide>
        <p15:guide id="12" orient="horz" pos="1440">
          <p15:clr>
            <a:srgbClr val="F26B43"/>
          </p15:clr>
        </p15:guide>
        <p15:guide id="13" orient="horz" pos="1584">
          <p15:clr>
            <a:srgbClr val="F26B43"/>
          </p15:clr>
        </p15:guide>
        <p15:guide id="14" orient="horz" pos="4093">
          <p15:clr>
            <a:srgbClr val="F26B43"/>
          </p15:clr>
        </p15:guide>
        <p15:guide id="15" orient="horz" pos="3817">
          <p15:clr>
            <a:srgbClr val="F26B43"/>
          </p15:clr>
        </p15:guide>
        <p15:guide id="16" orient="horz" pos="42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64" y="457203"/>
            <a:ext cx="8449775" cy="9747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65" y="1662113"/>
            <a:ext cx="8449773" cy="4394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 bullet </a:t>
            </a:r>
          </a:p>
          <a:p>
            <a:pPr lvl="2"/>
            <a:r>
              <a:rPr lang="en-US" dirty="0"/>
              <a:t>Second bullet</a:t>
            </a:r>
          </a:p>
          <a:p>
            <a:pPr lvl="3"/>
            <a:r>
              <a:rPr lang="en-US" dirty="0"/>
              <a:t>Third bullet</a:t>
            </a:r>
          </a:p>
          <a:p>
            <a:pPr lvl="4"/>
            <a:r>
              <a:rPr lang="en-US" dirty="0"/>
              <a:t>Fourth bullet</a:t>
            </a:r>
          </a:p>
          <a:p>
            <a:pPr lvl="5"/>
            <a:r>
              <a:rPr lang="en-US" dirty="0"/>
              <a:t>Fifth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0836" y="6605594"/>
            <a:ext cx="557885" cy="17020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67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normalizeH="1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50030" y="6617052"/>
            <a:ext cx="3086100" cy="1944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9383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  <p:sldLayoutId id="2147483792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</p:sldLayoutIdLst>
  <p:hf hd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>
          <a:solidFill>
            <a:srgbClr val="A6093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450"/>
        </a:spcAft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6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7432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-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41148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4864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-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85800" indent="-137160" algn="l" defTabSz="6858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822960" indent="-137160" algn="l" defTabSz="685800" rtl="0" eaLnBrk="1" latinLnBrk="0" hangingPunct="1">
        <a:spcBef>
          <a:spcPts val="0"/>
        </a:spcBef>
        <a:spcAft>
          <a:spcPts val="450"/>
        </a:spcAft>
        <a:buSzPct val="80000"/>
        <a:buFont typeface="Courier New" panose="02070309020205020404" pitchFamily="49" charset="0"/>
        <a:buChar char="o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1">
          <p15:clr>
            <a:srgbClr val="F26B43"/>
          </p15:clr>
        </p15:guide>
        <p15:guide id="2" pos="1434">
          <p15:clr>
            <a:srgbClr val="F26B43"/>
          </p15:clr>
        </p15:guide>
        <p15:guide id="3" pos="1519">
          <p15:clr>
            <a:srgbClr val="F26B43"/>
          </p15:clr>
        </p15:guide>
        <p15:guide id="4" pos="2115">
          <p15:clr>
            <a:srgbClr val="F26B43"/>
          </p15:clr>
        </p15:guide>
        <p15:guide id="5" pos="2202">
          <p15:clr>
            <a:srgbClr val="F26B43"/>
          </p15:clr>
        </p15:guide>
        <p15:guide id="6" pos="2801">
          <p15:clr>
            <a:srgbClr val="F26B43"/>
          </p15:clr>
        </p15:guide>
        <p15:guide id="7" pos="2886">
          <p15:clr>
            <a:srgbClr val="F26B43"/>
          </p15:clr>
        </p15:guide>
        <p15:guide id="8" pos="4158">
          <p15:clr>
            <a:srgbClr val="F26B43"/>
          </p15:clr>
        </p15:guide>
        <p15:guide id="9" orient="horz" pos="280">
          <p15:clr>
            <a:srgbClr val="F26B43"/>
          </p15:clr>
        </p15:guide>
        <p15:guide id="10" orient="horz" pos="912">
          <p15:clr>
            <a:srgbClr val="F26B43"/>
          </p15:clr>
        </p15:guide>
        <p15:guide id="11" orient="horz" pos="1032">
          <p15:clr>
            <a:srgbClr val="F26B43"/>
          </p15:clr>
        </p15:guide>
        <p15:guide id="12" orient="horz" pos="1440">
          <p15:clr>
            <a:srgbClr val="F26B43"/>
          </p15:clr>
        </p15:guide>
        <p15:guide id="13" orient="horz" pos="1584">
          <p15:clr>
            <a:srgbClr val="F26B43"/>
          </p15:clr>
        </p15:guide>
        <p15:guide id="14" orient="horz" pos="4093">
          <p15:clr>
            <a:srgbClr val="F26B43"/>
          </p15:clr>
        </p15:guide>
        <p15:guide id="15" orient="horz" pos="3817">
          <p15:clr>
            <a:srgbClr val="F26B43"/>
          </p15:clr>
        </p15:guide>
        <p15:guide id="16" orient="horz" pos="42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7112" y="139965"/>
            <a:ext cx="8449775" cy="77070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 Light"/>
                <a:cs typeface="Calibri Light"/>
              </a:rPr>
              <a:t>Product Conversion:  Name of Product</a:t>
            </a:r>
            <a:br>
              <a:rPr lang="en-US" dirty="0">
                <a:latin typeface="Calibri Light"/>
                <a:cs typeface="Calibri Light"/>
              </a:rPr>
            </a:br>
            <a:r>
              <a:rPr lang="en-US" sz="2000" dirty="0">
                <a:latin typeface="Calibri Light"/>
                <a:cs typeface="Calibri Light"/>
              </a:rPr>
              <a:t>Effective Date: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335691" y="2554337"/>
            <a:ext cx="3877807" cy="365635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5003024" y="2554337"/>
            <a:ext cx="3795622" cy="36348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5692" y="867883"/>
            <a:ext cx="4187826" cy="15814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 Light"/>
                <a:ea typeface="Calibri Light"/>
                <a:cs typeface="Calibri Light"/>
              </a:rPr>
              <a:t>Reason for conversion: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Calibri Light" panose="020F0302020204030204" pitchFamily="34" charset="0"/>
                <a:ea typeface="Calibri Light"/>
                <a:cs typeface="Calibri Light" panose="020F0302020204030204" pitchFamily="34" charset="0"/>
              </a:rPr>
              <a:t>Improved product consistency across facilities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Calibri Light" panose="020F0302020204030204" pitchFamily="34" charset="0"/>
                <a:ea typeface="Calibri Light"/>
                <a:cs typeface="Calibri Light" panose="020F0302020204030204" pitchFamily="34" charset="0"/>
              </a:rPr>
              <a:t>Supply chain resiliency and reduced backorder risk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Calibri Light" panose="020F0302020204030204" pitchFamily="34" charset="0"/>
                <a:ea typeface="Calibri Light"/>
                <a:cs typeface="Calibri Light" panose="020F0302020204030204" pitchFamily="34" charset="0"/>
              </a:rPr>
              <a:t>Cost savings and alignment with systemwide quality goals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691" y="2562289"/>
            <a:ext cx="3864629" cy="2699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Current Product(s)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3467" y="2562289"/>
            <a:ext cx="3784842" cy="2699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New  Standard Product(s)</a:t>
            </a:r>
          </a:p>
        </p:txBody>
      </p:sp>
      <p:sp>
        <p:nvSpPr>
          <p:cNvPr id="12" name="Chevron 11"/>
          <p:cNvSpPr/>
          <p:nvPr/>
        </p:nvSpPr>
        <p:spPr>
          <a:xfrm>
            <a:off x="4404472" y="3861188"/>
            <a:ext cx="434228" cy="539362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5691" y="6408045"/>
            <a:ext cx="7039893" cy="3906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05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Questions? </a:t>
            </a:r>
          </a:p>
          <a:p>
            <a:r>
              <a:rPr lang="en-US" sz="1050" dirty="0">
                <a:latin typeface="Calibri Light"/>
                <a:ea typeface="Calibri Light"/>
                <a:cs typeface="Calibri Light"/>
              </a:rPr>
              <a:t>Contact Value Analysis or your local Supply Chain Ops team.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592" y="875521"/>
            <a:ext cx="4119472" cy="15814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Impacted facilities: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Education Requirements: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5B03-2F85-3C3B-8CBB-56ED4E640566}"/>
              </a:ext>
            </a:extLst>
          </p:cNvPr>
          <p:cNvSpPr txBox="1"/>
          <p:nvPr/>
        </p:nvSpPr>
        <p:spPr>
          <a:xfrm>
            <a:off x="499980" y="5678110"/>
            <a:ext cx="3640997" cy="4578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Manufacturer #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Lawson 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9B40F-5BC3-DA24-9848-E7EB6BCD52AB}"/>
              </a:ext>
            </a:extLst>
          </p:cNvPr>
          <p:cNvSpPr txBox="1"/>
          <p:nvPr/>
        </p:nvSpPr>
        <p:spPr>
          <a:xfrm>
            <a:off x="5069463" y="5678110"/>
            <a:ext cx="3662743" cy="4136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Manufacturer #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Lawson #</a:t>
            </a:r>
          </a:p>
        </p:txBody>
      </p:sp>
    </p:spTree>
    <p:extLst>
      <p:ext uri="{BB962C8B-B14F-4D97-AF65-F5344CB8AC3E}">
        <p14:creationId xmlns:p14="http://schemas.microsoft.com/office/powerpoint/2010/main" val="2138154565"/>
      </p:ext>
    </p:extLst>
  </p:cSld>
  <p:clrMapOvr>
    <a:masterClrMapping/>
  </p:clrMapOvr>
</p:sld>
</file>

<file path=ppt/theme/theme1.xml><?xml version="1.0" encoding="utf-8"?>
<a:theme xmlns:a="http://schemas.openxmlformats.org/drawingml/2006/main" name="int_sys_pres_4x3_161219_02">
  <a:themeElements>
    <a:clrScheme name="Custom 28">
      <a:dk1>
        <a:srgbClr val="000000"/>
      </a:dk1>
      <a:lt1>
        <a:srgbClr val="FFFFFF"/>
      </a:lt1>
      <a:dk2>
        <a:srgbClr val="A6093D"/>
      </a:dk2>
      <a:lt2>
        <a:srgbClr val="FFFFFF"/>
      </a:lt2>
      <a:accent1>
        <a:srgbClr val="A6093D"/>
      </a:accent1>
      <a:accent2>
        <a:srgbClr val="FFA300"/>
      </a:accent2>
      <a:accent3>
        <a:srgbClr val="FE5000"/>
      </a:accent3>
      <a:accent4>
        <a:srgbClr val="425563"/>
      </a:accent4>
      <a:accent5>
        <a:srgbClr val="768692"/>
      </a:accent5>
      <a:accent6>
        <a:srgbClr val="A4BCC2"/>
      </a:accent6>
      <a:hlink>
        <a:srgbClr val="A6093D"/>
      </a:hlink>
      <a:folHlink>
        <a:srgbClr val="42556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6093D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_sys_4x3_pres_basic_170127_02" id="{6F751C92-EFC4-46E1-8F04-381476D08FE3}" vid="{5CBDAC4C-868E-472E-BB31-95D2820522CE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nt_sys_pres_4x3_161219_02">
  <a:themeElements>
    <a:clrScheme name="Custom 28">
      <a:dk1>
        <a:srgbClr val="000000"/>
      </a:dk1>
      <a:lt1>
        <a:srgbClr val="FFFFFF"/>
      </a:lt1>
      <a:dk2>
        <a:srgbClr val="A6093D"/>
      </a:dk2>
      <a:lt2>
        <a:srgbClr val="FFFFFF"/>
      </a:lt2>
      <a:accent1>
        <a:srgbClr val="A6093D"/>
      </a:accent1>
      <a:accent2>
        <a:srgbClr val="FFA300"/>
      </a:accent2>
      <a:accent3>
        <a:srgbClr val="FE5000"/>
      </a:accent3>
      <a:accent4>
        <a:srgbClr val="425563"/>
      </a:accent4>
      <a:accent5>
        <a:srgbClr val="768692"/>
      </a:accent5>
      <a:accent6>
        <a:srgbClr val="A4BCC2"/>
      </a:accent6>
      <a:hlink>
        <a:srgbClr val="A6093D"/>
      </a:hlink>
      <a:folHlink>
        <a:srgbClr val="42556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6093D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_sys_4x3_pres_basic_170127_02" id="{6F751C92-EFC4-46E1-8F04-381476D08FE3}" vid="{5CBDAC4C-868E-472E-BB31-95D2820522CE}"/>
    </a:ext>
  </a:extLst>
</a:theme>
</file>

<file path=ppt/theme/theme4.xml><?xml version="1.0" encoding="utf-8"?>
<a:theme xmlns:a="http://schemas.openxmlformats.org/drawingml/2006/main" name="3_int_sys_pres_4x3_161219_02">
  <a:themeElements>
    <a:clrScheme name="Custom 28">
      <a:dk1>
        <a:srgbClr val="000000"/>
      </a:dk1>
      <a:lt1>
        <a:srgbClr val="FFFFFF"/>
      </a:lt1>
      <a:dk2>
        <a:srgbClr val="A6093D"/>
      </a:dk2>
      <a:lt2>
        <a:srgbClr val="FFFFFF"/>
      </a:lt2>
      <a:accent1>
        <a:srgbClr val="A6093D"/>
      </a:accent1>
      <a:accent2>
        <a:srgbClr val="FFA300"/>
      </a:accent2>
      <a:accent3>
        <a:srgbClr val="FE5000"/>
      </a:accent3>
      <a:accent4>
        <a:srgbClr val="425563"/>
      </a:accent4>
      <a:accent5>
        <a:srgbClr val="768692"/>
      </a:accent5>
      <a:accent6>
        <a:srgbClr val="A4BCC2"/>
      </a:accent6>
      <a:hlink>
        <a:srgbClr val="A6093D"/>
      </a:hlink>
      <a:folHlink>
        <a:srgbClr val="42556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6093D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_sys_4x3_pres_basic_170127_02" id="{6F751C92-EFC4-46E1-8F04-381476D08FE3}" vid="{5CBDAC4C-868E-472E-BB31-95D2820522C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19807EB3EFEF43BFCC906F5C80AA44" ma:contentTypeVersion="17" ma:contentTypeDescription="Create a new document." ma:contentTypeScope="" ma:versionID="e6784a23968b6049ec0f1ea6f4c7fbff">
  <xsd:schema xmlns:xsd="http://www.w3.org/2001/XMLSchema" xmlns:xs="http://www.w3.org/2001/XMLSchema" xmlns:p="http://schemas.microsoft.com/office/2006/metadata/properties" xmlns:ns2="8aac96c2-fabc-4bed-9a74-c1c7c102c78c" xmlns:ns3="8864b64f-1233-41be-a075-290d430449b7" xmlns:ns4="77b61d3b-af22-4d9c-b34a-759099f00a03" targetNamespace="http://schemas.microsoft.com/office/2006/metadata/properties" ma:root="true" ma:fieldsID="3b7d96d0f15018515733964a02e1af95" ns2:_="" ns3:_="" ns4:_="">
    <xsd:import namespace="8aac96c2-fabc-4bed-9a74-c1c7c102c78c"/>
    <xsd:import namespace="8864b64f-1233-41be-a075-290d430449b7"/>
    <xsd:import namespace="77b61d3b-af22-4d9c-b34a-759099f00a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c96c2-fabc-4bed-9a74-c1c7c102c7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4167732-f0be-4849-9b58-dc884c6d3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4b64f-1233-41be-a075-290d430449b7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f25367-1949-4100-9b47-96e9f35fd319}" ma:internalName="TaxCatchAll" ma:showField="CatchAllData" ma:web="77b61d3b-af22-4d9c-b34a-759099f00a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61d3b-af22-4d9c-b34a-759099f00a03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ac96c2-fabc-4bed-9a74-c1c7c102c78c">
      <Terms xmlns="http://schemas.microsoft.com/office/infopath/2007/PartnerControls"/>
    </lcf76f155ced4ddcb4097134ff3c332f>
    <TaxCatchAll xmlns="8864b64f-1233-41be-a075-290d430449b7" xsi:nil="true"/>
  </documentManagement>
</p:properties>
</file>

<file path=customXml/itemProps1.xml><?xml version="1.0" encoding="utf-8"?>
<ds:datastoreItem xmlns:ds="http://schemas.openxmlformats.org/officeDocument/2006/customXml" ds:itemID="{B7FD92D7-4063-4C49-BABD-04983EE9C0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D3FB79-827D-43DD-8691-D34E7804CE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ac96c2-fabc-4bed-9a74-c1c7c102c78c"/>
    <ds:schemaRef ds:uri="8864b64f-1233-41be-a075-290d430449b7"/>
    <ds:schemaRef ds:uri="77b61d3b-af22-4d9c-b34a-759099f00a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8788BD-E942-4125-8AAE-D1378B8752BE}">
  <ds:schemaRefs>
    <ds:schemaRef ds:uri="http://schemas.microsoft.com/office/2006/metadata/properties"/>
    <ds:schemaRef ds:uri="http://schemas.microsoft.com/office/infopath/2007/PartnerControls"/>
    <ds:schemaRef ds:uri="8aac96c2-fabc-4bed-9a74-c1c7c102c78c"/>
    <ds:schemaRef ds:uri="8864b64f-1233-41be-a075-290d430449b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int_sys_4x3_pres_basic_170127_02</Template>
  <TotalTime>92356</TotalTime>
  <Words>73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Wingdings</vt:lpstr>
      <vt:lpstr>int_sys_pres_4x3_161219_02</vt:lpstr>
      <vt:lpstr>1_Custom Design</vt:lpstr>
      <vt:lpstr>1_int_sys_pres_4x3_161219_02</vt:lpstr>
      <vt:lpstr>3_int_sys_pres_4x3_161219_02</vt:lpstr>
      <vt:lpstr>Product Conversion:  Name of Product Effective Date:  </vt:lpstr>
    </vt:vector>
  </TitlesOfParts>
  <Company>University of Colorado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 28pt Arial Bold, UCHealth Dark Red</dc:title>
  <dc:creator>Johnson, Clay</dc:creator>
  <cp:lastModifiedBy>Cabriales, Cesar</cp:lastModifiedBy>
  <cp:revision>701</cp:revision>
  <cp:lastPrinted>2019-03-11T22:47:02Z</cp:lastPrinted>
  <dcterms:created xsi:type="dcterms:W3CDTF">2017-02-10T15:05:22Z</dcterms:created>
  <dcterms:modified xsi:type="dcterms:W3CDTF">2025-10-28T15:25:14Z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0x010100F119807EB3EFEF43BFCC906F5C80AA44</vt:lpwstr>
  </property>
  <property fmtid="{D5CDD505-2E9C-101B-9397-08002B2CF9AE}" pid="3" name="MediaServiceImageTags">
    <vt:lpwstr/>
  </property>
</Properties>
</file>