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B2CB"/>
    <a:srgbClr val="D60008"/>
    <a:srgbClr val="91BFAC"/>
    <a:srgbClr val="58595B"/>
    <a:srgbClr val="425563"/>
    <a:srgbClr val="A6093D"/>
    <a:srgbClr val="000000"/>
    <a:srgbClr val="768692"/>
    <a:srgbClr val="A4BCC2"/>
    <a:srgbClr val="D6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DB3B5-76D7-4EAE-BECE-409B0DCE44B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3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9B5D326-05E9-4411-9421-3DC7C6825B0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10488F3-672D-4660-8433-22AED5F3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erson in a field&#10;&#10;Description automatically generated with low confidence">
            <a:extLst>
              <a:ext uri="{FF2B5EF4-FFF2-40B4-BE49-F238E27FC236}">
                <a16:creationId xmlns:a16="http://schemas.microsoft.com/office/drawing/2014/main" id="{088E3E46-FA6A-4C11-BC36-E7EB92897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" t="19538" r="18388" b="12056"/>
          <a:stretch/>
        </p:blipFill>
        <p:spPr>
          <a:xfrm>
            <a:off x="-2708" y="1"/>
            <a:ext cx="12194708" cy="6858000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35C81906-DD1F-DABC-F73C-1B2F8539C6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148"/>
          <a:stretch/>
        </p:blipFill>
        <p:spPr>
          <a:xfrm>
            <a:off x="0" y="1107440"/>
            <a:ext cx="12192000" cy="5750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ECCA6A-26E9-CEBF-E6E7-BE4227050F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417" y="6106286"/>
            <a:ext cx="2011561" cy="447887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102" y="446709"/>
            <a:ext cx="10924312" cy="1001091"/>
          </a:xfrm>
        </p:spPr>
        <p:txBody>
          <a:bodyPr anchor="t"/>
          <a:lstStyle>
            <a:lvl1pPr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7" y="1640297"/>
            <a:ext cx="5511213" cy="87430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02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erson in a field&#10;&#10;Description automatically generated with low confidence">
            <a:extLst>
              <a:ext uri="{FF2B5EF4-FFF2-40B4-BE49-F238E27FC236}">
                <a16:creationId xmlns:a16="http://schemas.microsoft.com/office/drawing/2014/main" id="{47BF38FA-B994-1C79-BE7D-BDBF6C729A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" t="19538" r="18388" b="12056"/>
          <a:stretch/>
        </p:blipFill>
        <p:spPr>
          <a:xfrm>
            <a:off x="-2708" y="1"/>
            <a:ext cx="12194708" cy="6858000"/>
          </a:xfrm>
          <a:prstGeom prst="rect">
            <a:avLst/>
          </a:prstGeom>
        </p:spPr>
      </p:pic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F421C946-5021-3775-4454-F078CAC0E0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032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101" y="445447"/>
            <a:ext cx="11274365" cy="1000608"/>
          </a:xfrm>
        </p:spPr>
        <p:txBody>
          <a:bodyPr anchor="t"/>
          <a:lstStyle>
            <a:lvl1pPr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814" y="1640451"/>
            <a:ext cx="5511186" cy="87414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82CFEC-C174-361A-B595-BACB2D974F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417" y="6106286"/>
            <a:ext cx="2011561" cy="4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6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5438"/>
            <a:ext cx="11267641" cy="1003299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1639289"/>
            <a:ext cx="9966960" cy="68957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282753-AEEB-1D1C-1401-D34F394DEF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874" y="6106426"/>
            <a:ext cx="2018245" cy="449376"/>
          </a:xfrm>
          <a:prstGeom prst="rect">
            <a:avLst/>
          </a:prstGeo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29105D5F-A07A-AD3C-0382-5CAFA03EA7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148"/>
          <a:stretch/>
        </p:blipFill>
        <p:spPr>
          <a:xfrm>
            <a:off x="0" y="1107440"/>
            <a:ext cx="12192000" cy="57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9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1" y="446088"/>
            <a:ext cx="11270479" cy="1003299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954" y="1639855"/>
            <a:ext cx="9995734" cy="68265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8BEF82-CB0B-7AD2-C6DC-7333A3818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93ABF-79B1-6BD9-523F-2712DA496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B21F840-B7A2-58EF-4460-A920F02C93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148"/>
          <a:stretch/>
        </p:blipFill>
        <p:spPr>
          <a:xfrm>
            <a:off x="0" y="1107440"/>
            <a:ext cx="12192000" cy="57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36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43"/>
            <a:ext cx="11267641" cy="994981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6703" y="1639378"/>
            <a:ext cx="11262215" cy="2079434"/>
          </a:xfrm>
        </p:spPr>
        <p:txBody>
          <a:bodyPr numCol="2" spcCol="914400"/>
          <a:lstStyle>
            <a:lvl1pPr marL="225425" indent="-225425">
              <a:lnSpc>
                <a:spcPct val="110000"/>
              </a:lnSpc>
              <a:spcAft>
                <a:spcPts val="200"/>
              </a:spcAft>
              <a:buFont typeface="+mj-lt"/>
              <a:buAutoNum type="arabicPeriod"/>
              <a:defRPr sz="1400" b="0">
                <a:solidFill>
                  <a:schemeClr val="tx1"/>
                </a:solidFill>
              </a:defRPr>
            </a:lvl1pPr>
            <a:lvl2pPr marL="576263" indent="-223838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2pPr>
            <a:lvl3pPr marL="914400" indent="-223838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‒"/>
              <a:defRPr sz="1400" b="0">
                <a:solidFill>
                  <a:schemeClr val="tx1"/>
                </a:solidFill>
              </a:defRPr>
            </a:lvl3pPr>
            <a:lvl4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bullet</a:t>
            </a:r>
          </a:p>
          <a:p>
            <a:pPr lvl="2"/>
            <a:r>
              <a:rPr lang="en-US"/>
              <a:t>Click to edit sub bullet</a:t>
            </a:r>
          </a:p>
          <a:p>
            <a:pPr lvl="2"/>
            <a:r>
              <a:rPr lang="en-US"/>
              <a:t>Click to edit sub bullet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bullet</a:t>
            </a:r>
          </a:p>
          <a:p>
            <a:pPr lvl="2"/>
            <a:r>
              <a:rPr lang="en-US"/>
              <a:t>Click to edit sub bullet</a:t>
            </a:r>
          </a:p>
          <a:p>
            <a:pPr lvl="2"/>
            <a:r>
              <a:rPr lang="en-US"/>
              <a:t>Click to edit sub bullet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25425" marR="0" lvl="0" indent="-225425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2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7C0BE7-CB0C-9EA6-EF8D-90900F433D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A3200DA-5EA9-B554-2EDD-C9E4CE758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02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ul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45"/>
            <a:ext cx="11267641" cy="994979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613" y="1639238"/>
            <a:ext cx="11272837" cy="684862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5613" y="2513874"/>
            <a:ext cx="10717603" cy="333344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404813" indent="-182563">
              <a:defRPr sz="1400">
                <a:solidFill>
                  <a:schemeClr val="tx1"/>
                </a:solidFill>
              </a:defRPr>
            </a:lvl2pPr>
            <a:lvl3pPr marL="625475" indent="-163513">
              <a:defRPr sz="1400">
                <a:solidFill>
                  <a:schemeClr val="tx1"/>
                </a:solidFill>
              </a:defRPr>
            </a:lvl3pPr>
            <a:lvl4pPr marL="857250" indent="-174625">
              <a:defRPr sz="1400">
                <a:solidFill>
                  <a:schemeClr val="tx1"/>
                </a:solidFill>
              </a:defRPr>
            </a:lvl4pPr>
            <a:lvl5pPr marL="1087438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0B537-1B43-4456-E164-EFDBB69ACC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12F3F2B-89B3-1376-4C66-1C39F95B8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2ED6FD-1ED1-CBF2-49FC-A957781965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9132887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61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bullet text, bottom ar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629" y="1639888"/>
            <a:ext cx="11267641" cy="381052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404813" indent="-173038">
              <a:defRPr sz="1400">
                <a:solidFill>
                  <a:schemeClr val="tx1"/>
                </a:solidFill>
              </a:defRPr>
            </a:lvl2pPr>
            <a:lvl3pPr marL="625475" indent="-163513">
              <a:defRPr sz="1400">
                <a:solidFill>
                  <a:schemeClr val="tx1"/>
                </a:solidFill>
              </a:defRPr>
            </a:lvl3pPr>
            <a:lvl4pPr marL="857250" indent="-182563">
              <a:defRPr sz="1400">
                <a:solidFill>
                  <a:schemeClr val="tx1"/>
                </a:solidFill>
              </a:defRPr>
            </a:lvl4pPr>
            <a:lvl5pPr marL="1087438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A283D-7CFB-B7F0-EF27-B5133481CA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36E04AC-A24C-05B4-533B-F023AC585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A7D8BC-9353-77E9-0F62-8EEBF7E532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8472487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15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, bottom ar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A283D-7CFB-B7F0-EF27-B5133481CA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36E04AC-A24C-05B4-533B-F023AC585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A7D8BC-9353-77E9-0F62-8EEBF7E532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8472487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46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vide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629" y="1639888"/>
            <a:ext cx="5262781" cy="381052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404813" indent="-173038">
              <a:defRPr sz="1400">
                <a:solidFill>
                  <a:schemeClr val="tx1"/>
                </a:solidFill>
              </a:defRPr>
            </a:lvl2pPr>
            <a:lvl3pPr marL="625475" indent="-163513">
              <a:defRPr sz="1400">
                <a:solidFill>
                  <a:schemeClr val="tx1"/>
                </a:solidFill>
              </a:defRPr>
            </a:lvl3pPr>
            <a:lvl4pPr marL="857250" indent="-182563">
              <a:defRPr sz="1400">
                <a:solidFill>
                  <a:schemeClr val="tx1"/>
                </a:solidFill>
              </a:defRPr>
            </a:lvl4pPr>
            <a:lvl5pPr marL="1087438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A283D-7CFB-B7F0-EF27-B5133481CA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36E04AC-A24C-05B4-533B-F023AC585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A7D8BC-9353-77E9-0F62-8EEBF7E532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8472487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35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bottom ar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43"/>
            <a:ext cx="11267641" cy="994981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9" y="1639726"/>
            <a:ext cx="11261289" cy="68437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6735E-7470-0116-BB42-19532ADE4B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98109A1-67F1-1B88-783A-69F7A6B65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4FC5CCD-C67F-5708-B476-F923B90F98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9083023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44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, sub, top ar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0189493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1639238"/>
            <a:ext cx="10185158" cy="684862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510338"/>
            <a:ext cx="767476" cy="2538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5613" y="2514600"/>
            <a:ext cx="11279187" cy="3544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404813" indent="-182563">
              <a:defRPr>
                <a:solidFill>
                  <a:schemeClr val="tx1"/>
                </a:solidFill>
              </a:defRPr>
            </a:lvl2pPr>
            <a:lvl3pPr marL="625475" indent="-163513">
              <a:defRPr>
                <a:solidFill>
                  <a:schemeClr val="tx1"/>
                </a:solidFill>
              </a:defRPr>
            </a:lvl3pPr>
            <a:lvl4pPr marL="857250" indent="-182563">
              <a:defRPr>
                <a:solidFill>
                  <a:schemeClr val="tx1"/>
                </a:solidFill>
              </a:defRPr>
            </a:lvl4pPr>
            <a:lvl5pPr marL="1087438" indent="-1825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6A4353-FA3B-DC80-23BD-4509C14F25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28705C1-657C-2ECA-339E-77F921E73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8B3DE06-B40A-4FF9-A874-082C8C015F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2" y="6059488"/>
            <a:ext cx="11279187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275BD-7BAC-9B78-F712-D974222F906F}"/>
              </a:ext>
            </a:extLst>
          </p:cNvPr>
          <p:cNvSpPr txBox="1"/>
          <p:nvPr userDrawn="1"/>
        </p:nvSpPr>
        <p:spPr>
          <a:xfrm>
            <a:off x="1849120" y="-1016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84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, no sub, top arc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0189493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833" y="1639888"/>
            <a:ext cx="11288372" cy="381052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 marL="404813" indent="-182563">
              <a:defRPr>
                <a:solidFill>
                  <a:srgbClr val="000000"/>
                </a:solidFill>
              </a:defRPr>
            </a:lvl2pPr>
            <a:lvl3pPr marL="625475" indent="-163513">
              <a:defRPr>
                <a:solidFill>
                  <a:srgbClr val="000000"/>
                </a:solidFill>
              </a:defRPr>
            </a:lvl3pPr>
            <a:lvl4pPr marL="857250" indent="-182563">
              <a:defRPr>
                <a:solidFill>
                  <a:srgbClr val="000000"/>
                </a:solidFill>
              </a:defRPr>
            </a:lvl4pPr>
            <a:lvl5pPr marL="1087438" indent="-182563"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5D751-C56A-5A1B-9A91-B3F7901EBD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00D989B-1A2D-7DAA-B41F-8498E7B6A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B9108B0-0C95-2BDC-1AD0-CA7AC2869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29" y="6059488"/>
            <a:ext cx="11296515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95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, sub, top arc,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0189493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30" y="1639238"/>
            <a:ext cx="10183141" cy="6864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63BCB-C947-2224-3A2B-F29BD8D860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3362C0A-DF26-7638-3265-A010E66A7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CE78A0E-A668-F8E3-9ED4-0DC9D9BDDA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11258332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09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779"/>
            <a:ext cx="11302915" cy="992149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17" y="1639597"/>
            <a:ext cx="11279187" cy="68132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438" y="2514600"/>
            <a:ext cx="11292135" cy="3425108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8F9D25-E245-2F8C-099C-A672BC79C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472FE39-E8CF-4C01-7184-369929817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7352B3C-5D4A-A75A-E687-FFDE7E655A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17" y="6059488"/>
            <a:ext cx="11290530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58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2" y="1640287"/>
            <a:ext cx="5511798" cy="68381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439" y="2516188"/>
            <a:ext cx="5511798" cy="331119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9"/>
            <a:ext cx="11265428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D008EF-1518-2BA7-E654-684E3AF5E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E9A48E6-6EBB-45D6-A5F0-9A790C7363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8608" y="2514600"/>
            <a:ext cx="5402436" cy="330955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BCB064-2C4F-48C9-99D3-E484E736190C}"/>
              </a:ext>
            </a:extLst>
          </p:cNvPr>
          <p:cNvCxnSpPr>
            <a:cxnSpLocks/>
          </p:cNvCxnSpPr>
          <p:nvPr userDrawn="1"/>
        </p:nvCxnSpPr>
        <p:spPr>
          <a:xfrm>
            <a:off x="6091238" y="1638699"/>
            <a:ext cx="0" cy="4258667"/>
          </a:xfrm>
          <a:prstGeom prst="line">
            <a:avLst/>
          </a:prstGeom>
          <a:ln>
            <a:solidFill>
              <a:srgbClr val="4255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70C504E-4E88-78F9-48E5-70F788CEB7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6197" y="1647263"/>
            <a:ext cx="5412400" cy="67683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580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817" y="1640287"/>
            <a:ext cx="5512420" cy="68381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438" y="2516189"/>
            <a:ext cx="5513387" cy="331119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5523548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D008EF-1518-2BA7-E654-684E3AF5E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, circ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67641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580" y="1640287"/>
            <a:ext cx="5512420" cy="68381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127" y="2534945"/>
            <a:ext cx="5523547" cy="331119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8"/>
            <a:ext cx="11267640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D008EF-1518-2BA7-E654-684E3AF5E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5575A76-C3A5-7366-C22D-82628D8496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97395" y="1787045"/>
            <a:ext cx="3708971" cy="3708971"/>
          </a:xfrm>
          <a:custGeom>
            <a:avLst/>
            <a:gdLst>
              <a:gd name="connsiteX0" fmla="*/ 1578482 w 3156964"/>
              <a:gd name="connsiteY0" fmla="*/ 0 h 3156964"/>
              <a:gd name="connsiteX1" fmla="*/ 3156964 w 3156964"/>
              <a:gd name="connsiteY1" fmla="*/ 1578482 h 3156964"/>
              <a:gd name="connsiteX2" fmla="*/ 1578482 w 3156964"/>
              <a:gd name="connsiteY2" fmla="*/ 3156964 h 3156964"/>
              <a:gd name="connsiteX3" fmla="*/ 0 w 3156964"/>
              <a:gd name="connsiteY3" fmla="*/ 1578482 h 3156964"/>
              <a:gd name="connsiteX4" fmla="*/ 1578482 w 3156964"/>
              <a:gd name="connsiteY4" fmla="*/ 0 h 315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6964" h="3156964">
                <a:moveTo>
                  <a:pt x="1578482" y="0"/>
                </a:moveTo>
                <a:cubicBezTo>
                  <a:pt x="2450254" y="0"/>
                  <a:pt x="3156964" y="706710"/>
                  <a:pt x="3156964" y="1578482"/>
                </a:cubicBezTo>
                <a:cubicBezTo>
                  <a:pt x="3156964" y="2450254"/>
                  <a:pt x="2450254" y="3156964"/>
                  <a:pt x="1578482" y="3156964"/>
                </a:cubicBezTo>
                <a:cubicBezTo>
                  <a:pt x="706710" y="3156964"/>
                  <a:pt x="0" y="2450254"/>
                  <a:pt x="0" y="1578482"/>
                </a:cubicBezTo>
                <a:cubicBezTo>
                  <a:pt x="0" y="706710"/>
                  <a:pt x="706710" y="0"/>
                  <a:pt x="1578482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2 column, half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1" y="446592"/>
            <a:ext cx="5501210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580" y="1640287"/>
            <a:ext cx="5512420" cy="68381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438" y="2516188"/>
            <a:ext cx="5513387" cy="331119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6059488"/>
            <a:ext cx="5523548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17987-5EC3-8A6B-75BE-3CC42D560F69}"/>
              </a:ext>
            </a:extLst>
          </p:cNvPr>
          <p:cNvSpPr/>
          <p:nvPr userDrawn="1"/>
        </p:nvSpPr>
        <p:spPr>
          <a:xfrm>
            <a:off x="6233160" y="0"/>
            <a:ext cx="6302331" cy="6888684"/>
          </a:xfrm>
          <a:prstGeom prst="rect">
            <a:avLst/>
          </a:prstGeom>
          <a:solidFill>
            <a:srgbClr val="42556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36F85C-0D1B-94F9-F80C-056130DF3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C0B3875-5830-E62F-969C-135F22538D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4820" y="1646100"/>
            <a:ext cx="5505436" cy="6780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3E3237-4455-18CB-266F-6184E13234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4821" y="2514600"/>
            <a:ext cx="5525756" cy="331859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396875" indent="-182563">
              <a:defRPr sz="1400">
                <a:solidFill>
                  <a:schemeClr val="bg1"/>
                </a:solidFill>
              </a:defRPr>
            </a:lvl2pPr>
            <a:lvl3pPr marL="625475" indent="-182563">
              <a:defRPr sz="1400">
                <a:solidFill>
                  <a:schemeClr val="bg1"/>
                </a:solidFill>
              </a:defRPr>
            </a:lvl3pPr>
            <a:lvl4pPr marL="854075" indent="-182563">
              <a:defRPr sz="1400">
                <a:solidFill>
                  <a:schemeClr val="bg1"/>
                </a:solidFill>
              </a:defRPr>
            </a:lvl4pPr>
            <a:lvl5pPr marL="1082675" indent="-182563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6007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half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1A11900-F6E1-9294-179F-D24F44C848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5063" y="0"/>
            <a:ext cx="5976937" cy="6888163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5511369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580" y="1640287"/>
            <a:ext cx="5512420" cy="683813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85" y="2516189"/>
            <a:ext cx="5503227" cy="331119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6059488"/>
            <a:ext cx="5523548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36F85C-0D1B-94F9-F80C-056130DF3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9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or table, no su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96515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D994E6-1FEB-53AE-2510-42CF62B4CB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1" y="1639889"/>
            <a:ext cx="5513387" cy="416717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6524" y="6059488"/>
            <a:ext cx="11294013" cy="438150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D008EF-1518-2BA7-E654-684E3AF5E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73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592"/>
            <a:ext cx="11294866" cy="1003300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91" y="1639899"/>
            <a:ext cx="11294867" cy="67784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53C46B-5005-4BD1-F2D8-3B221FA8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7296CE-D83A-8CB2-591A-2730402AC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37BAB-09F3-7DEC-E768-A62112791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30" y="6059488"/>
            <a:ext cx="11296516" cy="438149"/>
          </a:xfrm>
        </p:spPr>
        <p:txBody>
          <a:bodyPr anchor="b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9ED36F-4A55-BC85-5737-226BF57C80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8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35F942BE-697B-0564-B8D7-00CA5B36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44500"/>
            <a:ext cx="12192000" cy="6858000"/>
          </a:xfrm>
          <a:prstGeom prst="rect">
            <a:avLst/>
          </a:prstGeom>
        </p:spPr>
      </p:pic>
      <p:sp>
        <p:nvSpPr>
          <p:cNvPr id="2" name="Title 5"/>
          <p:cNvSpPr>
            <a:spLocks noGrp="1"/>
          </p:cNvSpPr>
          <p:nvPr>
            <p:ph type="title"/>
          </p:nvPr>
        </p:nvSpPr>
        <p:spPr>
          <a:xfrm>
            <a:off x="1078318" y="890337"/>
            <a:ext cx="10047767" cy="4032537"/>
          </a:xfrm>
        </p:spPr>
        <p:txBody>
          <a:bodyPr anchor="ctr"/>
          <a:lstStyle>
            <a:lvl1pPr marL="0" indent="0" algn="ctr">
              <a:lnSpc>
                <a:spcPct val="120000"/>
              </a:lnSpc>
              <a:defRPr sz="2800" b="0"/>
            </a:lvl1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F7A1C-0B47-D8B9-029B-684C753BFF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95C448-B00F-CD61-5DBE-07C217994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85081"/>
            <a:ext cx="767476" cy="2791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</p:spTree>
    <p:extLst>
      <p:ext uri="{BB962C8B-B14F-4D97-AF65-F5344CB8AC3E}">
        <p14:creationId xmlns:p14="http://schemas.microsoft.com/office/powerpoint/2010/main" val="32377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5682"/>
            <a:ext cx="11296247" cy="1000026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897" y="6059489"/>
            <a:ext cx="11296247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506924"/>
            <a:ext cx="767476" cy="2572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8A270E-5D39-1155-A3EA-326275A28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68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, bottom rt ar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5682"/>
            <a:ext cx="11266367" cy="1000026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899" y="6059488"/>
            <a:ext cx="8381301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506924"/>
            <a:ext cx="767476" cy="2572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8A270E-5D39-1155-A3EA-326275A28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96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, top rt ar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5682"/>
            <a:ext cx="11296246" cy="1000026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5613" y="6059489"/>
            <a:ext cx="11298529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506924"/>
            <a:ext cx="767476" cy="2572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8A270E-5D39-1155-A3EA-326275A28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22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506924"/>
            <a:ext cx="767476" cy="2572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4114800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F9AD1-4075-959F-F7D1-A60A02F2E1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18AED92-0EB4-EB73-9010-2896E44DA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613" y="6059489"/>
            <a:ext cx="11298531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7220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1208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6675" y="1639362"/>
            <a:ext cx="11279187" cy="683150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457200" y="2516193"/>
            <a:ext cx="5506916" cy="3421694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22"/>
          </p:nvPr>
        </p:nvSpPr>
        <p:spPr>
          <a:xfrm>
            <a:off x="6215063" y="2516716"/>
            <a:ext cx="5514853" cy="342169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8263" y="6059488"/>
            <a:ext cx="11272823" cy="438149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506924"/>
            <a:ext cx="767476" cy="2572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D1F00-618E-07C1-1505-AEF6B97F2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78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5711"/>
            <a:ext cx="11266367" cy="990599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854" y="1639362"/>
            <a:ext cx="11266367" cy="683150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457200" y="2516188"/>
            <a:ext cx="3584455" cy="342169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7"/>
          </p:nvPr>
        </p:nvSpPr>
        <p:spPr>
          <a:xfrm>
            <a:off x="4288955" y="2516187"/>
            <a:ext cx="3607740" cy="3410821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8"/>
          </p:nvPr>
        </p:nvSpPr>
        <p:spPr>
          <a:xfrm>
            <a:off x="8145464" y="2516191"/>
            <a:ext cx="3582866" cy="3410818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457200" y="6059488"/>
            <a:ext cx="11267021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BBC518-64BC-1E00-4CA3-32DCCF31D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31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 column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5712"/>
            <a:ext cx="11266367" cy="990598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854" y="1639362"/>
            <a:ext cx="11282245" cy="683150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2516188"/>
            <a:ext cx="7434611" cy="3447093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8145463" y="2516188"/>
            <a:ext cx="3582867" cy="3447093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55613" y="6059489"/>
            <a:ext cx="11284485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CC4AE-8EC2-F34F-B21C-7EE89CAC1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23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0125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6674" y="1639362"/>
            <a:ext cx="5513387" cy="4320743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15063" y="1639889"/>
            <a:ext cx="5513267" cy="4320744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899" y="6059488"/>
            <a:ext cx="11266367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B5A582-D148-85B4-054E-0B269C7339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57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omparison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6674" y="1639362"/>
            <a:ext cx="3590925" cy="4339448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4286250" y="1639889"/>
            <a:ext cx="3624735" cy="4342098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145463" y="1639888"/>
            <a:ext cx="3601920" cy="4342098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900" y="6059488"/>
            <a:ext cx="11289484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2"/>
          </p:nvPr>
        </p:nvSpPr>
        <p:spPr>
          <a:xfrm>
            <a:off x="5720410" y="6497638"/>
            <a:ext cx="767476" cy="266547"/>
          </a:xfrm>
        </p:spPr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515C73-88DB-ECA9-5FCC-2D3D3D87FF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F2A5CDC4-E22E-D09B-EB7A-1886D381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915509476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 comparison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6674" y="1639362"/>
            <a:ext cx="3590925" cy="4339448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  <a:lvl2pPr marL="182880" indent="-182880"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2pPr>
            <a:lvl3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3pPr>
            <a:lvl4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4pPr>
            <a:lvl5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5pPr>
            <a:lvl6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6pPr>
            <a:lvl7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7pPr>
            <a:lvl8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8pPr>
            <a:lvl9pPr marL="365760" indent="-182880">
              <a:buFont typeface="Arial" panose="020B0604020202020204" pitchFamily="34" charset="0"/>
              <a:buChar char="-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899" y="6059488"/>
            <a:ext cx="11355969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2"/>
          </p:nvPr>
        </p:nvSpPr>
        <p:spPr>
          <a:xfrm>
            <a:off x="5720410" y="6497638"/>
            <a:ext cx="767476" cy="266547"/>
          </a:xfrm>
        </p:spPr>
        <p:txBody>
          <a:bodyPr/>
          <a:lstStyle/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DAA8F9-8C0F-4587-4C89-34F1FC166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95F0CCD-E5C3-18C1-30E5-847912ABA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3693468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456675" y="1639425"/>
            <a:ext cx="5513387" cy="425272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6215063" y="1639887"/>
            <a:ext cx="5513267" cy="4252721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457899" y="6059488"/>
            <a:ext cx="11266367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45B317-642A-BFFD-8DFE-ADB26A94C1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92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 anchor="t"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457200" y="1639362"/>
            <a:ext cx="3584455" cy="428605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286251" y="1639363"/>
            <a:ext cx="3615352" cy="428605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8145464" y="1639427"/>
            <a:ext cx="3592394" cy="428605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457200" y="6059488"/>
            <a:ext cx="11280658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5A5D8A-EDEA-C82C-6088-9F7D768F7F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72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456676" y="1639362"/>
            <a:ext cx="3590924" cy="4320743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4286250" y="1639363"/>
            <a:ext cx="7442080" cy="432074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457899" y="6059488"/>
            <a:ext cx="11266367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9DAC58-6DAE-D000-2A32-DF941D99F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7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>
          <a:xfrm>
            <a:off x="456676" y="1639362"/>
            <a:ext cx="7450136" cy="4320743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7"/>
          </p:nvPr>
        </p:nvSpPr>
        <p:spPr>
          <a:xfrm>
            <a:off x="8145464" y="1639889"/>
            <a:ext cx="3589336" cy="4320743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455613" y="6059488"/>
            <a:ext cx="11279187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D680B7-FF54-6F6C-C6E7-ADF34A23C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82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6675" y="1639363"/>
            <a:ext cx="3590925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455613" y="2530476"/>
            <a:ext cx="3590925" cy="339336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4286250" y="2530476"/>
            <a:ext cx="3610444" cy="339335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8"/>
          <p:cNvSpPr>
            <a:spLocks noGrp="1"/>
          </p:cNvSpPr>
          <p:nvPr>
            <p:ph sz="quarter" idx="27"/>
          </p:nvPr>
        </p:nvSpPr>
        <p:spPr>
          <a:xfrm>
            <a:off x="8145463" y="2530474"/>
            <a:ext cx="3582865" cy="339335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455613" y="6059488"/>
            <a:ext cx="11281528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4286250" y="1639889"/>
            <a:ext cx="3625736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8145463" y="1639888"/>
            <a:ext cx="3591678" cy="685800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AA9D57-F6A4-F934-8894-1DA0C6C48D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182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circ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6675" y="1639363"/>
            <a:ext cx="3590925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455613" y="2530476"/>
            <a:ext cx="3590925" cy="339336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4286250" y="2530476"/>
            <a:ext cx="3610444" cy="339335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455613" y="6059488"/>
            <a:ext cx="11281528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4286250" y="1639889"/>
            <a:ext cx="3625736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AA9D57-F6A4-F934-8894-1DA0C6C48D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5BD6C4D-1AFA-7B29-F44D-0BFB87E0363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17937" y="2324100"/>
            <a:ext cx="3061041" cy="3061041"/>
          </a:xfrm>
          <a:custGeom>
            <a:avLst/>
            <a:gdLst>
              <a:gd name="connsiteX0" fmla="*/ 1578482 w 3156964"/>
              <a:gd name="connsiteY0" fmla="*/ 0 h 3156964"/>
              <a:gd name="connsiteX1" fmla="*/ 3156964 w 3156964"/>
              <a:gd name="connsiteY1" fmla="*/ 1578482 h 3156964"/>
              <a:gd name="connsiteX2" fmla="*/ 1578482 w 3156964"/>
              <a:gd name="connsiteY2" fmla="*/ 3156964 h 3156964"/>
              <a:gd name="connsiteX3" fmla="*/ 0 w 3156964"/>
              <a:gd name="connsiteY3" fmla="*/ 1578482 h 3156964"/>
              <a:gd name="connsiteX4" fmla="*/ 1578482 w 3156964"/>
              <a:gd name="connsiteY4" fmla="*/ 0 h 315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6964" h="3156964">
                <a:moveTo>
                  <a:pt x="1578482" y="0"/>
                </a:moveTo>
                <a:cubicBezTo>
                  <a:pt x="2450254" y="0"/>
                  <a:pt x="3156964" y="706710"/>
                  <a:pt x="3156964" y="1578482"/>
                </a:cubicBezTo>
                <a:cubicBezTo>
                  <a:pt x="3156964" y="2450254"/>
                  <a:pt x="2450254" y="3156964"/>
                  <a:pt x="1578482" y="3156964"/>
                </a:cubicBezTo>
                <a:cubicBezTo>
                  <a:pt x="706710" y="3156964"/>
                  <a:pt x="0" y="2450254"/>
                  <a:pt x="0" y="1578482"/>
                </a:cubicBezTo>
                <a:cubicBezTo>
                  <a:pt x="0" y="706710"/>
                  <a:pt x="706710" y="0"/>
                  <a:pt x="1578482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463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899" y="446066"/>
            <a:ext cx="11266367" cy="1003300"/>
          </a:xfrm>
        </p:spPr>
        <p:txBody>
          <a:bodyPr/>
          <a:lstStyle>
            <a:lvl1pPr>
              <a:defRPr sz="280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6675" y="1639363"/>
            <a:ext cx="3590925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455613" y="2530476"/>
            <a:ext cx="3590925" cy="339336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25"/>
          </p:nvPr>
        </p:nvSpPr>
        <p:spPr>
          <a:xfrm>
            <a:off x="4286250" y="2530476"/>
            <a:ext cx="3610444" cy="339335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396875" indent="-182563">
              <a:defRPr sz="1400">
                <a:solidFill>
                  <a:schemeClr val="tx1"/>
                </a:solidFill>
              </a:defRPr>
            </a:lvl2pPr>
            <a:lvl3pPr marL="625475" indent="-182563">
              <a:defRPr sz="1400">
                <a:solidFill>
                  <a:schemeClr val="tx1"/>
                </a:solidFill>
              </a:defRPr>
            </a:lvl3pPr>
            <a:lvl4pPr marL="854075" indent="-182563">
              <a:defRPr sz="1400">
                <a:solidFill>
                  <a:schemeClr val="tx1"/>
                </a:solidFill>
              </a:defRPr>
            </a:lvl4pPr>
            <a:lvl5pPr marL="1082675" indent="-182563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8"/>
          </p:nvPr>
        </p:nvSpPr>
        <p:spPr>
          <a:xfrm>
            <a:off x="455613" y="6059488"/>
            <a:ext cx="7456373" cy="438150"/>
          </a:xfrm>
        </p:spPr>
        <p:txBody>
          <a:bodyPr anchor="b" anchorCtr="0"/>
          <a:lstStyle>
            <a:lvl1pPr>
              <a:spcAft>
                <a:spcPts val="0"/>
              </a:spcAft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4286250" y="1639889"/>
            <a:ext cx="3625736" cy="685799"/>
          </a:xfrm>
        </p:spPr>
        <p:txBody>
          <a:bodyPr/>
          <a:lstStyle>
            <a:lvl1pPr>
              <a:spcAft>
                <a:spcPts val="0"/>
              </a:spcAft>
              <a:defRPr sz="1800" b="0">
                <a:solidFill>
                  <a:schemeClr val="tx2"/>
                </a:solidFill>
              </a:defRPr>
            </a:lvl1pPr>
            <a:lvl2pPr marL="182880" indent="-182880">
              <a:spcAft>
                <a:spcPts val="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/>
                </a:solidFill>
              </a:defRPr>
            </a:lvl2pPr>
            <a:lvl3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3pPr>
            <a:lvl4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4pPr>
            <a:lvl5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5pPr>
            <a:lvl6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6pPr>
            <a:lvl7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7pPr>
            <a:lvl8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8pPr>
            <a:lvl9pPr marL="365760" indent="-182880">
              <a:spcAft>
                <a:spcPts val="0"/>
              </a:spcAft>
              <a:buFont typeface="Arial" panose="020B0604020202020204" pitchFamily="34" charset="0"/>
              <a:buChar char="-"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311AC64-CB5A-0F73-C1EB-6F06FE5E37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51698" y="0"/>
            <a:ext cx="4040302" cy="6888163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CBF6F0-E4C2-BECC-D51B-BD106198A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089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,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F5E699FF-0D95-E423-1339-7039CFD64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44500"/>
            <a:ext cx="12192000" cy="6858000"/>
          </a:xfrm>
          <a:prstGeom prst="rect">
            <a:avLst/>
          </a:prstGeom>
        </p:spPr>
      </p:pic>
      <p:sp>
        <p:nvSpPr>
          <p:cNvPr id="2" name="Title 5"/>
          <p:cNvSpPr>
            <a:spLocks noGrp="1"/>
          </p:cNvSpPr>
          <p:nvPr>
            <p:ph type="title"/>
          </p:nvPr>
        </p:nvSpPr>
        <p:spPr>
          <a:xfrm>
            <a:off x="749300" y="890337"/>
            <a:ext cx="10604500" cy="3986463"/>
          </a:xfrm>
        </p:spPr>
        <p:txBody>
          <a:bodyPr anchor="ctr"/>
          <a:lstStyle>
            <a:lvl1pPr marL="118872" indent="-182880" algn="ctr">
              <a:lnSpc>
                <a:spcPct val="120000"/>
              </a:lnSpc>
              <a:defRPr sz="2800" b="0">
                <a:solidFill>
                  <a:srgbClr val="A6093D"/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F7A1C-0B47-D8B9-029B-684C753BFF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506756-2169-0FDD-B0D9-1629CEA5E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497638"/>
            <a:ext cx="767476" cy="266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</p:spTree>
    <p:extLst>
      <p:ext uri="{BB962C8B-B14F-4D97-AF65-F5344CB8AC3E}">
        <p14:creationId xmlns:p14="http://schemas.microsoft.com/office/powerpoint/2010/main" val="1986788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oup of people sitting in a room with a baby in a stroller&#10;&#10;Description automatically generated with low confidence">
            <a:extLst>
              <a:ext uri="{FF2B5EF4-FFF2-40B4-BE49-F238E27FC236}">
                <a16:creationId xmlns:a16="http://schemas.microsoft.com/office/drawing/2014/main" id="{F92A7589-901D-34D6-4A30-AFC9DCD968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96" b="10103"/>
          <a:stretch/>
        </p:blipFill>
        <p:spPr>
          <a:xfrm>
            <a:off x="192" y="391427"/>
            <a:ext cx="12207240" cy="64743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006771-F652-B304-0B7E-E4FEB2BDB0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032833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630" y="446088"/>
            <a:ext cx="11267641" cy="1003299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714" y="1641622"/>
            <a:ext cx="5510286" cy="68247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937A4E-38E7-32D5-9D12-0E4439CA85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417" y="6106286"/>
            <a:ext cx="2011561" cy="4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78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sitting in a room with a baby in a stroller&#10;&#10;Description automatically generated with low confidence">
            <a:extLst>
              <a:ext uri="{FF2B5EF4-FFF2-40B4-BE49-F238E27FC236}">
                <a16:creationId xmlns:a16="http://schemas.microsoft.com/office/drawing/2014/main" id="{467D633F-E3BF-D925-1251-CDA321A69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96" b="10103"/>
          <a:stretch/>
        </p:blipFill>
        <p:spPr>
          <a:xfrm>
            <a:off x="192" y="391427"/>
            <a:ext cx="12191808" cy="6474345"/>
          </a:xfrm>
          <a:prstGeom prst="rect">
            <a:avLst/>
          </a:prstGeo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77088874-C988-608B-8386-D3903BEE37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974339"/>
            <a:ext cx="121920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613" y="1641038"/>
            <a:ext cx="5513387" cy="68306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5614" y="444500"/>
            <a:ext cx="11269658" cy="1003299"/>
          </a:xfrm>
        </p:spPr>
        <p:txBody>
          <a:bodyPr anchor="t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ECFEB5-80AB-5F13-E783-8697417F01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417" y="6106286"/>
            <a:ext cx="2011561" cy="4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38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67760E78-FB58-F62E-82A9-7295FE51FD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984499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5780" y="444501"/>
            <a:ext cx="9257094" cy="1003300"/>
          </a:xfrm>
        </p:spPr>
        <p:txBody>
          <a:bodyPr anchor="t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35" y="1643416"/>
            <a:ext cx="6819965" cy="87118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5A46BD-5B50-D7E4-A85B-BD09F471FC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874" y="6106426"/>
            <a:ext cx="2018245" cy="44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3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sitting in a room with a baby in a stroller&#10;&#10;Description automatically generated with low confidence">
            <a:extLst>
              <a:ext uri="{FF2B5EF4-FFF2-40B4-BE49-F238E27FC236}">
                <a16:creationId xmlns:a16="http://schemas.microsoft.com/office/drawing/2014/main" id="{53BEB2AA-196D-CEF8-A49B-A86AD0D041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96" b="10103"/>
          <a:stretch/>
        </p:blipFill>
        <p:spPr>
          <a:xfrm>
            <a:off x="192" y="391427"/>
            <a:ext cx="12191808" cy="6474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F6BEB-95D7-9CA5-F52A-85BD37E9C2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032833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5614" y="448294"/>
            <a:ext cx="9158286" cy="999506"/>
          </a:xfrm>
        </p:spPr>
        <p:txBody>
          <a:bodyPr anchor="t"/>
          <a:lstStyle>
            <a:lvl1pPr>
              <a:defRPr sz="2800" b="0">
                <a:solidFill>
                  <a:srgbClr val="A6093D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145" y="1641269"/>
            <a:ext cx="4697646" cy="682831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AC11003-5CF9-0452-E3A9-17318E126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C8BB0-25AE-1049-0FBC-7D6BD75411A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37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sitting in a room with a baby in a stroller&#10;&#10;Description automatically generated with low confidence">
            <a:extLst>
              <a:ext uri="{FF2B5EF4-FFF2-40B4-BE49-F238E27FC236}">
                <a16:creationId xmlns:a16="http://schemas.microsoft.com/office/drawing/2014/main" id="{53BEB2AA-196D-CEF8-A49B-A86AD0D041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96" b="10103"/>
          <a:stretch/>
        </p:blipFill>
        <p:spPr>
          <a:xfrm>
            <a:off x="192" y="391427"/>
            <a:ext cx="12191808" cy="6474345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B986715-A84B-FC13-81BE-C3E946699F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09880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630" y="444500"/>
            <a:ext cx="9015979" cy="1003300"/>
          </a:xfrm>
        </p:spPr>
        <p:txBody>
          <a:bodyPr anchor="t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139" y="1645606"/>
            <a:ext cx="5081424" cy="67849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A564A3-F858-312A-C39E-2801DE578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3CF52E-F766-1881-2074-B1FBAC3931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46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FA124474-9F87-0C09-BAC1-A30684D01E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445952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5780" y="444500"/>
            <a:ext cx="9262378" cy="1003299"/>
          </a:xfrm>
        </p:spPr>
        <p:txBody>
          <a:bodyPr anchor="t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984" y="1641996"/>
            <a:ext cx="7421742" cy="68210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FE51A82-D7A5-7D34-B748-28BA6C1F9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0B42D9-EC4B-DF7B-A75C-AB07E71A5E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65" y="6553917"/>
            <a:ext cx="852903" cy="1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0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B8898-D78D-DC6B-D95F-808F2742A6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5780" y="444500"/>
            <a:ext cx="11270312" cy="1003299"/>
          </a:xfrm>
        </p:spPr>
        <p:txBody>
          <a:bodyPr anchor="t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9AC08-8AFD-A2C5-D15F-3DFE3900E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036" y="1642663"/>
            <a:ext cx="9932564" cy="68143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EF8058-CD59-FA23-CBDA-F0DFACC2C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E2CE3-CBEE-B019-6647-17DA987A9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677" y="6555110"/>
            <a:ext cx="846998" cy="188590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BD8BD2DA-E617-C90C-E153-3482368D72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85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446186"/>
            <a:ext cx="11272837" cy="10000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85" y="1652686"/>
            <a:ext cx="11266365" cy="4394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bullet </a:t>
            </a:r>
          </a:p>
          <a:p>
            <a:pPr lvl="2"/>
            <a:r>
              <a:rPr lang="en-US"/>
              <a:t>Second bullet</a:t>
            </a:r>
          </a:p>
          <a:p>
            <a:pPr lvl="3"/>
            <a:r>
              <a:rPr lang="en-US"/>
              <a:t>Third bullet</a:t>
            </a:r>
          </a:p>
          <a:p>
            <a:pPr lvl="4"/>
            <a:r>
              <a:rPr lang="en-US"/>
              <a:t>Fourth bullet</a:t>
            </a:r>
          </a:p>
          <a:p>
            <a:pPr lvl="5"/>
            <a:r>
              <a:rPr lang="en-US"/>
              <a:t>Fifth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0410" y="6306986"/>
            <a:ext cx="767476" cy="45719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5366A3-0E00-430A-B059-971E374C0C45}" type="slidenum">
              <a:rPr lang="en-US" smtClean="0"/>
              <a:pPr/>
              <a:t>‹#›</a:t>
            </a:fld>
            <a:endParaRPr lang="en-US" normalizeH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9888" y="6630118"/>
            <a:ext cx="5350522" cy="16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Set footer with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56332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3" r:id="rId2"/>
    <p:sldLayoutId id="2147483715" r:id="rId3"/>
    <p:sldLayoutId id="2147483720" r:id="rId4"/>
    <p:sldLayoutId id="2147483722" r:id="rId5"/>
    <p:sldLayoutId id="2147483729" r:id="rId6"/>
    <p:sldLayoutId id="2147483732" r:id="rId7"/>
    <p:sldLayoutId id="2147483803" r:id="rId8"/>
    <p:sldLayoutId id="2147483802" r:id="rId9"/>
    <p:sldLayoutId id="2147483723" r:id="rId10"/>
    <p:sldLayoutId id="2147483728" r:id="rId11"/>
    <p:sldLayoutId id="2147483733" r:id="rId12"/>
    <p:sldLayoutId id="2147483730" r:id="rId13"/>
    <p:sldLayoutId id="2147483725" r:id="rId14"/>
    <p:sldLayoutId id="2147483727" r:id="rId15"/>
    <p:sldLayoutId id="2147483798" r:id="rId16"/>
    <p:sldLayoutId id="2147483801" r:id="rId17"/>
    <p:sldLayoutId id="2147483796" r:id="rId18"/>
    <p:sldLayoutId id="2147483797" r:id="rId19"/>
    <p:sldLayoutId id="2147483744" r:id="rId20"/>
    <p:sldLayoutId id="2147483731" r:id="rId21"/>
    <p:sldLayoutId id="2147483699" r:id="rId22"/>
    <p:sldLayoutId id="2147483696" r:id="rId23"/>
    <p:sldLayoutId id="2147483794" r:id="rId24"/>
    <p:sldLayoutId id="2147483793" r:id="rId25"/>
    <p:sldLayoutId id="2147483697" r:id="rId26"/>
    <p:sldLayoutId id="2147483673" r:id="rId27"/>
    <p:sldLayoutId id="2147483655" r:id="rId28"/>
    <p:sldLayoutId id="2147483654" r:id="rId29"/>
    <p:sldLayoutId id="2147483682" r:id="rId30"/>
    <p:sldLayoutId id="2147483662" r:id="rId31"/>
    <p:sldLayoutId id="2147483795" r:id="rId32"/>
    <p:sldLayoutId id="2147483678" r:id="rId33"/>
    <p:sldLayoutId id="2147483658" r:id="rId34"/>
    <p:sldLayoutId id="2147483676" r:id="rId35"/>
    <p:sldLayoutId id="2147483677" r:id="rId36"/>
    <p:sldLayoutId id="2147483687" r:id="rId37"/>
    <p:sldLayoutId id="2147483799" r:id="rId38"/>
    <p:sldLayoutId id="2147483800" r:id="rId39"/>
    <p:sldLayoutId id="2147483742" r:id="rId40"/>
    <p:sldLayoutId id="2147483711" r:id="rId41"/>
    <p:sldLayoutId id="2147483716" r:id="rId42"/>
    <p:sldLayoutId id="2147483714" r:id="rId43"/>
    <p:sldLayoutId id="2147483717" r:id="rId44"/>
    <p:sldLayoutId id="2147483718" r:id="rId45"/>
    <p:sldLayoutId id="2147483719" r:id="rId46"/>
    <p:sldLayoutId id="2147483721" r:id="rId47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4813" indent="-182563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2625" indent="-182563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57250" indent="-182563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7438" indent="-182563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319213" indent="-182563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1097280" indent="-182880" algn="l" defTabSz="914400" rtl="0" eaLnBrk="1" latinLnBrk="0" hangingPunct="1">
        <a:spcBef>
          <a:spcPts val="0"/>
        </a:spcBef>
        <a:spcAft>
          <a:spcPts val="600"/>
        </a:spcAft>
        <a:buSzPct val="8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7" userDrawn="1">
          <p15:clr>
            <a:srgbClr val="F26B43"/>
          </p15:clr>
        </p15:guide>
        <p15:guide id="5" pos="3760" userDrawn="1">
          <p15:clr>
            <a:srgbClr val="F26B43"/>
          </p15:clr>
        </p15:guide>
        <p15:guide id="6" pos="3915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orient="horz" pos="280" userDrawn="1">
          <p15:clr>
            <a:srgbClr val="F26B43"/>
          </p15:clr>
        </p15:guide>
        <p15:guide id="13" orient="horz" pos="912" userDrawn="1">
          <p15:clr>
            <a:srgbClr val="F26B43"/>
          </p15:clr>
        </p15:guide>
        <p15:guide id="14" orient="horz" pos="1032" userDrawn="1">
          <p15:clr>
            <a:srgbClr val="F26B43"/>
          </p15:clr>
        </p15:guide>
        <p15:guide id="17" orient="horz" pos="4093" userDrawn="1">
          <p15:clr>
            <a:srgbClr val="F26B43"/>
          </p15:clr>
        </p15:guide>
        <p15:guide id="18" orient="horz" pos="3817" userDrawn="1">
          <p15:clr>
            <a:srgbClr val="F26B43"/>
          </p15:clr>
        </p15:guide>
        <p15:guide id="19" orient="horz" pos="4248" userDrawn="1">
          <p15:clr>
            <a:srgbClr val="F26B43"/>
          </p15:clr>
        </p15:guide>
        <p15:guide id="20" orient="horz" pos="1464" userDrawn="1">
          <p15:clr>
            <a:srgbClr val="F26B43"/>
          </p15:clr>
        </p15:guide>
        <p15:guide id="21" orient="horz" pos="2160" userDrawn="1">
          <p15:clr>
            <a:srgbClr val="F26B43"/>
          </p15:clr>
        </p15:guide>
        <p15:guide id="22" orient="horz" pos="15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899" y="160338"/>
            <a:ext cx="11266367" cy="654539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Short Term Substitutes for [Product Name]</a:t>
            </a:r>
            <a:br>
              <a:rPr lang="en-US" dirty="0"/>
            </a:br>
            <a:r>
              <a:rPr lang="en-US" sz="1400" dirty="0">
                <a:solidFill>
                  <a:schemeClr val="tx2"/>
                </a:solidFill>
                <a:latin typeface="Arial"/>
                <a:cs typeface="Arial"/>
              </a:rPr>
              <a:t>Supply Chain –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>
          <a:xfrm>
            <a:off x="396011" y="985291"/>
            <a:ext cx="6815863" cy="303052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Situation: {Example}</a:t>
            </a:r>
          </a:p>
          <a:p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• </a:t>
            </a:r>
            <a:r>
              <a:rPr lang="en-US" sz="1600" dirty="0">
                <a:latin typeface="Arial"/>
                <a:cs typeface="Arial"/>
              </a:rPr>
              <a:t>Shortage of Getinge - Atrium Oasis Dry Suction-Water Seal Chest Drain</a:t>
            </a:r>
          </a:p>
          <a:p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Background: {Example}</a:t>
            </a:r>
          </a:p>
          <a:p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•</a:t>
            </a:r>
            <a:r>
              <a:rPr lang="en-US" sz="1600" dirty="0" err="1">
                <a:latin typeface="Arial"/>
                <a:cs typeface="Arial"/>
              </a:rPr>
              <a:t>Getinge</a:t>
            </a:r>
            <a:r>
              <a:rPr lang="en-US" sz="1600" dirty="0">
                <a:latin typeface="Arial"/>
                <a:cs typeface="Arial"/>
              </a:rPr>
              <a:t> experiencing backorder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Assessment: {Example}</a:t>
            </a:r>
          </a:p>
          <a:p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•</a:t>
            </a:r>
            <a:r>
              <a:rPr lang="en-US" sz="1600" dirty="0">
                <a:latin typeface="Arial"/>
                <a:cs typeface="Arial"/>
              </a:rPr>
              <a:t>There is a need to substitute with Teleflex </a:t>
            </a:r>
            <a:r>
              <a:rPr lang="en-US" sz="1600" dirty="0" err="1">
                <a:latin typeface="Arial"/>
                <a:cs typeface="Arial"/>
              </a:rPr>
              <a:t>Pleur-evac</a:t>
            </a:r>
            <a:r>
              <a:rPr lang="en-US" sz="1600" dirty="0">
                <a:latin typeface="Arial"/>
                <a:cs typeface="Arial"/>
              </a:rPr>
              <a:t> Chest Drain System</a:t>
            </a:r>
          </a:p>
          <a:p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Resolution:</a:t>
            </a: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{Example}</a:t>
            </a:r>
            <a:endParaRPr lang="en-US" sz="1800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1800" dirty="0">
                <a:solidFill>
                  <a:schemeClr val="tx2"/>
                </a:solidFill>
                <a:latin typeface="Arial"/>
                <a:cs typeface="Arial"/>
              </a:rPr>
              <a:t>•</a:t>
            </a:r>
            <a:r>
              <a:rPr lang="en-US" sz="1600" dirty="0">
                <a:latin typeface="Arial"/>
                <a:cs typeface="Arial"/>
              </a:rPr>
              <a:t>Short term sub with Teleflex </a:t>
            </a:r>
            <a:r>
              <a:rPr lang="en-US" sz="1600" dirty="0" err="1">
                <a:latin typeface="Arial"/>
                <a:cs typeface="Arial"/>
              </a:rPr>
              <a:t>Pleur</a:t>
            </a:r>
            <a:r>
              <a:rPr lang="en-US" sz="1600" dirty="0">
                <a:latin typeface="Arial"/>
                <a:cs typeface="Arial"/>
              </a:rPr>
              <a:t>-evac Chest Drain System</a:t>
            </a:r>
          </a:p>
          <a:p>
            <a:endParaRPr lang="en-US" sz="1600" dirty="0">
              <a:latin typeface="Arial"/>
              <a:cs typeface="Arial"/>
            </a:endParaRPr>
          </a:p>
          <a:p>
            <a:r>
              <a:rPr lang="en-US" sz="1200" i="1" dirty="0">
                <a:solidFill>
                  <a:srgbClr val="FF0000"/>
                </a:solidFill>
                <a:latin typeface="Arial"/>
                <a:cs typeface="Arial"/>
              </a:rPr>
              <a:t>Supply Chain teams will temporarily stock the appropriate [Product Name]</a:t>
            </a:r>
            <a:endParaRPr lang="en-US" sz="1100" i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7723906" y="756328"/>
            <a:ext cx="4158343" cy="1443653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First Preferred Sub</a:t>
            </a:r>
          </a:p>
          <a:p>
            <a:pPr algn="ctr"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Arial"/>
                <a:cs typeface="Arial"/>
              </a:rPr>
              <a:t>[Substitute Product Name]</a:t>
            </a:r>
            <a:endParaRPr lang="en-US" sz="1600" b="1" dirty="0">
              <a:solidFill>
                <a:srgbClr val="0070C0"/>
              </a:solidFill>
              <a:latin typeface="Arial"/>
              <a:cs typeface="Arial"/>
            </a:endParaRPr>
          </a:p>
          <a:p>
            <a:pPr algn="ctr"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Lawson#</a:t>
            </a:r>
          </a:p>
          <a:p>
            <a:pPr algn="ctr"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REF#</a:t>
            </a:r>
          </a:p>
        </p:txBody>
      </p:sp>
      <p:sp>
        <p:nvSpPr>
          <p:cNvPr id="8" name="AutoShape 2" descr="data:image/png;base64,%20iVBORw0KGgoAAAANSUhEUgAAAUUAAADSCAYAAADdYNISAAAAAXNSR0IArs4c6QAAAARnQU1BAACxjwv8YQUAAAAJcEhZcwAADsMAAA7DAcdvqGQAAHLISURBVHhe7b3Jk2VJdt7nEfHivZhzrqysoWvorp7nbkILmdoEI00mGrmRgaYFuYHwF2gJw5owrQgzLLCCDNJGC4HGjUyizCDISBPBbpDd6EKjG2h0V3VX1jzmFJExvCEi9P3O8fOux80XmRGZkZkvKv3L9Lh+3Y8fH66f7x6/05tJKf2xwj9SqKioqHjS8eeQ4hv//b/47RdXV1c9qaKiouIJxMbGRvrT/+1/vWqkKLwoeE5FRUXFE4irV6+ml1566eps3q+oqKioECopVlRUVBSopFhRUVFRoJJiRUVFRYFKihUVFRUFKilWVFRUFKikWFFRUVGgkmJFRUVFgUqKFRUVFQUqKVZUVFQUqKRYUVFRUaCSYkVFRUWBSooVFRUVBSopVlRUVBSopFhRUVFRoJJiRUVFRYFKihUVFRUFKilWVFRUFKikWFFRUVGgkmJFRUVFgUqKFRUVFQUqKVbcB/ZzqKj49KGSYsV9gF/GJZx2VGKvuBOVFCsqKioKVFKseILxafB2K04alRRPPR7dEnB/fz/t7e3ZtoxPB+5sx/S0reI0oZLiQ8QkmyTtbsYahLO/v3eAgCI8UrSqo/7RaJQGg37q9/vaDmx/WjEz0/YET3b82seGUHH6wax5Q3hR8JRPOe49cZncGBSyvu87lukjdoiKpgzAk/I02xtnsJ3J6TNGfCX293dtO9rdTft7+5KT7OxsXuhpn/iMzmXSNzublY8ReonNpv0Zyau6qDlXmTGTWxKIGO3x+D6kTP3Elb63u5eGw5HavGvt2t+fSXNzc6nX63k7JehEFLo+3SjnEt32fcbhyej/pw1Xr15NL7300lWO3hNHiiURQULNZI6JLWLMVBJ5FohLaEZkEPkNREPiqj0RWRazeNgHaeiCyJxQXC8e4SwFTQate1amP9hJ+xCjtQsidJ3sz83OGTFRTrlWZlYyaIQnrWVqo2hM1EgDJJMJckYC3j7kcxokSxHLIGhnjwot2RDR3d2Rt3muI5KUrGpwUpy19kRfHhdo2y6kTZ/VHx2CAhr/3Nc74YIcsz07NtFnjtnd+uT1UGR+vpPHsqm0EuTpwRNLimAXspHxMHnNcIwkfSIzuSEO95j0lwRLVJqIJoyNpCgDGsNBH+muwzw25FTe/qEmy4WuMBzTS7p2R6OBvLKB4hBN5LNFB1vIkzrR4QQZoG3oog6X9zT2g5BnRayOffP2YqluVZlM2SfXAYIU50SKu7sztt/pOBnMzQYpoMLbSUCPt9nTHxY4Uez0d2zsGMfd0Z7i6pfyfCRS6nbmrL+kcGy9j8phPqhtg+Guxn1ocT8/7BvZzc4hI1FLCY1sZu14U8/S0kJaXl4e9zGO7cPsc8XJoZKizWmIoPEax8SAARg0/bU/Dm43ZkwsbW1HsL/FxEeWsjIH388GZF6K5KJOcpEKWDlElbS7K1IcDKwtQX5wNyRrwGK15zoab5O0qN9A3NrmkoEwVrJmpIs4oqjx8iI5EZ+jaTPEwzjNzc0bGWxt3bZyyHYgRQUIF73oQW+QYmwJEFNJlvcP79P+/iht7+zIw+7Lg+UShAhb7YtjbfUqdU7jOTfnY0X7mnHjKGmM5f3uUgC1Vs7LIGaH3LT4fLBSiCpAwJxMIcXFhaWsF7lc9wP3s+JhI0gxZsQTg5jMPkf545MVo9/jep4IAhkM30kSMiC+KyMbyGDkhcgA04ynQyiQ0t4eNxyQxyDJwxNh+cs+dbLvemKfqp2QCNn4MNrsGZozpzyXh7AoI6/QnDyv39tBm5u2xpawq7b6vnvH0b6I057RiOuE3l/9txDGTkAmxq3xgv2vWpu6893U6/ZSt7eQFhcX0sJCz5bUhPn5eSMIykNQBOrBG+NmDVv27w+0hWO1m/o73PjpWyqEC/HNz8+lhd682tFR8G1HnmKQVEOI6od5urOp2+1YGQsLlJk3feTPWrlcwODHjePX6ZC3n7a3N0XOW7lPDRnG+FVMP544UgyUk5Q4JOETnP0gFuKNrOfjaUBcvqwlYIBRNtI8xL7LhsfR5OON+XU4th5kSHN4MJAoROveTJSxukWKbDHETsfLeF6pK4gBImjKQgqhKwyWMkEUZvx5GexjMMmYKccyMkmfCLG3IjJZ0nbBQrfbtQApLixAlItaWi5ZPIjSiWbGSJG72O7RTarr7oB8duQhbg+27aTjzfV+WSs5JpCXnZwc1EM5P+5NiDz9IdYKDso1wecN+dKouiSn/Z2dTXnQmyZTcfrwRJEik9iNIUgvT3g8NSMrExujMRTIQgSgJaIThpaVRiBsnEwglkavG0hDPI1RAfSW6Ra3qOvEsCDE3d0hwtY++5eN1bY5LUAa/8LrpBzLOW+Ddq2PxL2TbsBcKlC/5pXGvsoHedKm6D99A95u3yJrlxAMiiuN4OPr8RLoc6L2ADFCnMTxVEtibJc9DNS1vbNtntnuSKSnYkZWB8qrL3Zsot2OqMfkD2lzibYsmDRGDC9zYEdt4tIC11zVggPlwd3qqni88CP5KQMTLkIs2fBIRqO8VIMAZjEeLeXG5OhgQvtykcnPluAemz2eYjc7MAgCdbiskYzIcG9/qPoG0iFCGy+d3ViDMElDnLC/q7JKcZJSnvTLzyPD9rXQVGC5rmWwgnmPWkLTphltrQ62WkbP4F1qGU9QTPleH/0kbm2Vvn3p08I67c0orvaii5sTe3v50kC0R1KUsTZT3vqDTq9XvZecmmljTXoDJ/27Axm/ScMNG19W35ssyFfv1M5+f0dkumNl3LOlMdJ7hwo/abEFUUds79ZW79tBhSHv6cQjAPe6GX/IentbxKjjQZGD5SqmFZ8qUmSyxdk4vI8IGB1gYtrUtHnppOFgIjvJQQhNiMmsAmYDfsPD53V4CrbDrsljlRARxgCRoCc8NnS5faIbYYta7RaIK51tQ0SQt/SJwCBdS1NR2utLbCdAHsJx+YY4IT3LHxMy6RDQwOQwXh8bL4t+ZIwUpdM8VhE8JI/naiSpdB57MRI3NH0BZfxegKwgRsaRdtybMBjzPSPDwXDHUsaE1yp6UJePf4A8QtnWSIt4uQV2XFryB+HmRLKNnxq0tb2Zbt/eOCBLPELF9OFUkyKTCkOCAAlxfYrAPuTIJGaJhuERIKc74RPYHlYmpj8+afPW/iEBCWRZyw+jcp38pQxp5Dk5i0yMgCAcJ5FYwgbQDtHa4cjGxF/+zKCQZb+WYXsipfAEkcOjtSCigqx2VRdbyG1f6SMtKSlupKHG0VS/hOA6vDx9VpCcVUWbVQ/BPE6R4mjUV8CTpC4JUcLKEYco/FpmhOMgjg9bdJpe1UGYBNIHQz/GPv7erwbsZPI6kO4IvX7cHIfVRVuQi7Yh1+4f+6GrvFyCSqJst7ZZSm+bDlDWXTF9ON4MfsxgUhKYXG1PEEKEIJlwcc0q7oBy7coJMS9tNFFNl03eIFYRCkbgNdlfwD6DRCDuRAHZNMZLezwcNC6vC09MxIKXlT0wq1/5RpLZPlzWyxtnkm556HdPTX9IUDL/0OP7KDN9ChAU19B44NBJilvVrtc8T7Ud729/TIzSrfZB2sDHlpNK39oNEaKZtrse2iMyQpj96A/Rog/HAceLtsZ4Nmjr0sJ/l+PdNzk/nn690K6F2jOI9NmPcVk8dNNGwHZSAG3ZQMj4uB5+ArBr0Nm0vI37aXNrw+ZY6GQb9VRMFyYf1SkFEwgC5G4jWwyYyQXhxYX7CCUJHkQz8d1oNDFl9L7E1USXPI/EsOW5wvHWnr1TWQWu3VkwVY1BUZ670n6Dw+uOrRsAZOpGYN4i5ZRPC4DJQHdUo/RZGThgGc41RonrgGFw/KMuJxPaZiGTSxl3ePs86sRvyzsbAwX0jnURXL7UzXOIrg95+o8O2gFoP+H+4HVB3g1RRDgA7UPUjGNOsL80izazpV3WPvpXoK3L2p7HJLYg6o004swz+l7KleVB6GeTowIykP6stZt5G/otV5kRr5geMIVOBfDmtre3zSNkMkF6kF/pCcYy7G7AWIK0ggDgnvAwfLI3efaucTYIQkOSEcIgvZyVRWasy+vSxqwFE4g0AoZDcONo9nmNDoLFm9vlDQ3zTL2sSYz1okdx9slTpuXDrCbnweEG6e31tttY0HfrvxOtPYidTyqk44HNzkBaIPrldduD7Cdg17SJ9vmSPxSOG26wh7GVj8OMDGLNODSECkJFpEWA4ALeDw+AvKa8y8Z+iZCPbcgg72VUR9F08mljrGZKlaGjYnqAFU41mFBMpDjLxrNv5bNuRweG4ZPWgoyM+Ytrlqe3/T0MyFCfEYLiKu167MYGhuAeJ5Iu14QgSa8QeF2Wn7djGdvPRilStJsk5imiP5cxIshkYAW8bvJpF9cZbWlb1ONb7Wc9sU/c9q0sN1e8rLVH+3ajZXyDh/ZHP+m/5Kx8VnifCGKLcQFBNgE/bjQzN9YCOEiIINrTJjbSI6+tH5DWkNtBnW2Q19blac1+1MdYMrYjO6kfrrPi8eNUkCJLZcBDwJBhObGPDSasJicGRgwDkz9kGT6R7z5hqbWpWXqyrnEYl482upEA9EM4RjqC5ee8g33SVmqsjQpmRMRVF2RFNpLIhxE6VHsmK5O1LfK0iriXcVDO0z3P9Tf9oZxStOG1OfvIghGi2q68cqz42+i9P6AvQuBOnfTXg11jsFFoyiLPv7aedjzCpDaTFvKhL3CUMu7xNoh0xSzEsa+YXkw9KeIlctYOz/AkkE1pHDTVtfXQTOJ7oZn82IkbTE4Q2KfdkRcgbjV6ddRoRtXokGyWR8TkLUBI1GWFDuSViAeqyzzqc4K1/wKl2bBH7z01EPVRzkpQn+oNneZhj4tkmRNA26u7E9Zrb5vJuSzx3CMayh+PF8ATBfTDLguMPdMGfhw8tFWEfLRvLFfgzrY3bTSgtqW3Yvow1aSIkUCKTEhI8cHBjPRZafPedmPSurGwJGVuNyETwYTgpfjny/iD+einAvdCw4gsybwxlCuK55P/RbqRVEFKVoaypqczvr5nyQqhyzb8IT3LA+NDS/dPjHHt0Upmb8se+9F/b99smkM/SZlg8aS5HYQiGy4VQ3bch1zPg4CxbyP6ErBmq0LSI/id8PzPPEjK0C4t9jV/+C7lKD+pwFxqB74RaZ5whFF+xGuw6w/88+SA9iOfY8I/wBjENtofcc/z8WTroWk3oWI6MbWkyKSxSahtEOLJTCSfyDFJLeRrbPEoBRM6z2kLZmvETd6XmX5tDTDBncx86+lWPhQIylU0E5yxlAKiJCstlrKWoAx7EJsHsy0decpyw8PMXzIOi1GEdK/UYARhDOZt8jvffn2ykaO3GaRTh9Vj6pSkpR7ebm4TbTCi1NaW0eimrFAem+MeJ+SDTEqU/Qn4jSEP0U4Dx44+72nk1LTRbvbUSbdrr66busIj1cbiECv7PJJl1wv2kVUZ2wIvQ2f3RpLjO5K5i9FG2h5kGFvP83yLU556ctmK6cTBWThFgBA5UzPBjn9D5ahwYySYURh5aPJDAEYCGH0QCl4CRMA1QR6S5m0QT+NGi+VBQkZiOS8TETr0xwIbM0ql2Wt6vL4nmfHzj3yJZ7efRtryDCFpXIdC3r+SoxhpyFt+LpfbbnFeM1QbuUHiX/bpa99f4bNnFBXoX/TN5fxmSoR9ye/tqRzB4rl/s+oL9k1HzODdyJsxtIxjIY5BqWOSHsiZa3YRxqA9mslDtXG4q76oT6RBhPY4kT1W5KRFOeoBVMHhhujxKnmNUwJ+xz3fjff5J5LDVFSJpqU8x/00tJcDtJNBe5EN3e3+jImXStWPiunFVJJiM3n8wd5yop04MsEYAUEgIgHCiDDakdfhxLC7u+NkRbA3PPiYqYIRmJNaO0BavnXiiju3kBoPIUNQ8ZaL6Fn901bBUtR9f8RGEYW5DocKr4bHOmhnJjIR8J7aNhpuWbqRnYqg197QQT/Gqzo1qiofJItBk4LhUiG6IVfyGX9VS54ZNsbuARiZ6p8jt1sFggge5Di55+Zj0gZjQ7saYvF2EgaDYeoTtPyF4Mizx5QyedKXiDHtIbehZIfy+gb8zAKPAkFcWa8FjTt9sZs7+jdSPvJDyfcHo7Td51hwcpPoIX2OuUzgMPjXyh9sjCoeLqaWFDGMBzWwe4HJjvnYXVU8oDm8MV8umunMKU/eGR6anAXJeehopyNjI62DJ5EJg+t9eBT2wLP+maei4M/+5XTzPqhUxqFtfHVnzq4Vcme9a2F2VvE0pzaqWXy4VXqMwGi4ytpdZvNMUEIiD3iP1B5eaeym+U5P8Xnpnbev+5gO2prjnGw6HeUjozJBejPa93ZKfo6bW7RJ+bTFuUb7TjBONGH0tOH+gc64kRbH/g5wvKIRwER4tnEvDYY6PSiZ1a+xp9LjhGJDpCTvn4Jy4U0XVab6F3MBwrf5oKBeWd+A9dFyOZ0gy9fKfUVjl13U3gOyxYAQ9/5Yg3O8Ylph5jRtiAmFkYShnDyoQ5NzfP1I8T3IQKTAtTtNeosnghPWbCYu9meSiEt5cxYka4QIuSgunfEWDKTj5cnPMgp4X+6BkeY3d8zB2dOeleUjCWobMgTTDaE5kRmBSiZBXkam85KHNNzo5ueCWPl6NmOY+wnBGcl5upFqpBsZusEyOkYSinA8xp/jyvbMnlPEyRl4kAXER8yptwHZQccGb5wTE6nqA32yk4caT3boNJ4kWDecxIwttc1Jlja+CWUBHV4HW5+X7oG6Xo6bxhwSV1Ysn9kGyiU1QAXyMccrpg/N0ZtClJPr5OET1ae//hpRZLKCRLQfxCV/UFs3ODM6kZPnY4CeBrE5GiNzz4Z4lEXGCch+GIo8jM1LKIqXgkl72xDwmJMkHl6iTmuT69jf8/ZBmFQKQVCn16s8GST2h/FCsH5tS3lWC9pJR4/2TIY85FU3ccm7JK00mrT8ws5PFE5CbHO8gO3lJpLHlucnWfZ7cyAbBTqv/6SFDpN3pS7L9VkJ2eUFCz4icZJEFjIzQrMC9N31mzz7tlUmUWtNg5IIAfrskgZtqJhqMAOmDjFx2hPrRMFcN/V5klKn9q1uO+0rjCcwxqG/Ium4GG/X2jR6+/KsCI0+ivnkN0ORLlvqKs8MSmkuhyWRjiyGPVSc647kezBZ06EC8uKM2NgXoG5g+ciZTnlNqsPelbZFnmB6HFRn7bJ+NeXH7cwy3IG2iZHlsvNoCM8Haer0dp4sqM51+37A0olYu4DaAaHT5ixvh0LHzsvaH0PMKRuPnM9rlFyq5XJIlx+nsr55/8q553NCEaUhy2WTrv7M89MGCOhPtOgwuE7kYg40+iumC1NHio3RPgow2YNW+Oc3IEQrcgKIjxTnbqzfCfa7wTy7xs2XSMt3aNlXnl3bU0nX7denTC83N+wGh3sbdgPG9OagPIjM70TnmyhGbjxbiCGp3Az6B9LBneQdtXFbyQrE9/uyzV3Zu9o4GihNsugnLv3s2wdmTb8/d+c3XZyU0W/12ifDlM4XciDrHOKIsPSz5R+BBDNuQkjcHzjm42Xl+JgcBFnmBFoGZOjkBjnxswyduZnU5ScaIDdOWOqTeXMmFyTkWyNEOdeUnVfEvqpu5sD883ZYW7wyleJ6rHSj367HEseDtxI2ZiW8Pg9xIpnjZyHoW+iumEpMHSk+ajBtmaBu7DJ+DHMXb8v3MSqIg4AHRoBU3IAjL8gljAny0NaC0qTHSUiyXP/SPmSJruGIz2BBeo0hmbnoD7t4p0QgLD49ZY+c7OZPe3H3e7iThoNtbfnsfRxO6R30FSBO7n67EVp/5ClZn3P7aFMQhtWHx8hu8RygGbSIAOOmtF/W8DLjxvI3G/r9Gjzl/AYQlwLuBO0Ix9SGzIfNH6GRi4gH579XQyrko5FQH0fqo31Mgv4qDRX0xHohhdxI81FHYR4r7SI/5JiRRb/tr8tbCmOpRJXQ8eAYM56MK3X7+MT4Wa3Sa1H27nOMKh4+bPo8aRhPR03QPL3N0O0uMWFu3u/c5ruvZZid68pT6CnO74uwXVBY9HiHfeTQwR1elmQECEUeiZXlBojvy8TlOUACCxbmZpWnfcyPa4Sz0mk/GSrLsxs/LO34J8uym0Cqa4YlXLSZX9TrLqX53oKOrFmjEUy0c17B6tJ+ZzbaSvtUL+2ywM0ZLdUxbLXF2qA0J3w3cAy6MWoowffd+O8PoRMdQcBtfVRJ4LEWu/FjXWQsVIZyjFOUU9jbn0394X7aGfBh2v3Ut7dU8MYt2+TRAYgSp1f22I2c9NEuX7aRb66ylEGAfw08DgHuarx2+qwquG7LyQ8PVRKqKIIRJe1yltW+byumC1NHij7JvVkPZdKgMkKGTVr9i0lrHgAeRFgKgUmtraVATrlM+Q/vJYyHCoj7/Eceg3UiBNY3RY0EyaMububIqOwtjH1urHQlxw2VnJ5vqEBadueZOEFxu94pvbZvj/SojPTj7ShB+5DfvOnCcLWDtAXzRr1nuc14R/Q/t418+q90RsHvjtMeh/eefCe2+wFEgjcdx34S1ARrn4FtUZX9fo7yg4AIJqI/Luo3vfy5S9+nAP+svBI9JoLT+OzmuQBb+vh4bhu2QuCfdNIHItRtoGKBXfoFedtNIMHqs7ZkoYqpweEzcArAJDv5SROTv4EbEcRFjgIGYUMTwdP5S3No08RmKY3lHflmgBZUSrrxQLOI1eXlqddT440HB23BW+ooB89DEtwdtnQCd8O9zaZf6RTdtbcs0OoECKlRob2tYaq5W67+WLmoyxogqCDCSifFxoQYSZZFOuYPiHt7ckKj5j5AW0ZqO9vwEieBfE5WeU/BWmpxxtFbfhD2ALfGQUUF/hQN5j/9tIOQSdTyGvg4WETbkC1gio0Wbb7yrjWyBtv4XGnqoUi7loppwuTZ95gRE4jJEyHwoBOKednoJyX0MWEjMCwEn8QNfD9eFYvytAlSI9eMQ/vkkW0Pbeuf7ZOutL1MaE19bPwao0rn9qkUy3Atj3eVNjJmQtrrhsS4Pkktvo9+/vqJhOcWeRCbpTX5Rroqa0vwTCzeGtrq1zthP7+mugutisjVBtqZ84B5sYzNmIxjHI4OG4eiEHG8RAApRn8mQ+VofwRrv42KtQu1Nn6251snfPqgUwL52uMdatOVEc9nkgY9Wq7kiQPz8izWBh5gHmMJDLTujr6FfPQnPG7G+uGc8CtOAljm1IFJxARi0jB5SiMp4/cDpuHBqYhRUw9GyVneJ6tN3HwDxe++eh6lyfebI5K1wHUqBcrqHxZFMzFw149O6THjpPZmy+Mj1Mudbu4uo0v0qCOTdVKPvW9MPnIYFCRGnDYf1GfyIgsfJm+fk4fKcxc6cQfb0/2us9dh7WMMLA192hdRjfA+LV86IB/IQVEjfknRP+qOMTsKOIZxHH0sPcTX062uCaCIl/Wtp/lcYSqX6YolHp+Zn+darrbS253n7R6uG0OXLlOConiW3MWe71DGdbA/Y8fA22U3qPKYWHUaNw71Qrdjd76BLZez+gP9yXHvRzMOFdMDjsgbwouCp0wJMLD4uCxf2z6pyQORjH+qUxPUyM88NCcD93yYuMS1kSFAINRv6dkzojnRJJOWkZQt9OuHbuAmqzQrrx3qnDXikjcma6Ls7ig8RIhUrRGBDfqbaTDasfJowKC5jkiFpNEuj+cKqFH5/JSBkZZIzbxA6QdGBWbY3BigX268DlNgpGAeFu2w9hByXcjs+zVJ9zjn03DAty57Cs1PQrjX5fruBcaE49zv98c/LwEmHW/GbWv7toh6YPmUJXgfQt7T3HvUiZX+at89+fxP4vQ+/pHmRZHlWHJsSPOxYi6wMW/bhlLp2o+yakmW9Vf/IFK7DokwcmQhofLMi15vcfwTGmBSXysePa5evZpeeumlq2ERUwcmCpOGCY7BHNULuSfy4xJ+bQ3DZ8sSiLvJC3kr4+7Iq8CzYNvp2V1Z7hyzDwlw9xmasRsY0mNkZDczGFLptzuk4eV6XdwQoRv0iZuTXOsb8imqPX4TZUl6l6wuvyss/SId2sM1RL/zHdtYFnv7uUu8py20LCpPfAPQvD6rljvI+TodZKX2UJY+dOb5WQe2kBp3rjFWtUFb0miDL8ExXm7w5PYozr6UGS3YVn0iADYRvxeQG8kbBbF0PowkLBXdHD36ZnLqs8aaH4Yajoa2fB1pcNFLLkcDkuaZQntcR8Hau6sTg8be35vetQ9C2E0plbMfLrPA8fX2eB0cM8aXIN9bzfZp6e2lORrafNyliwTmGsdadSFr5OziNk4V0wfmzNSCSRnLKT4jdjLE6EZRBvfOWK7j/RDHy4MEuJPLVqSyPy9RJwYLkJzthxxl8LFEXEYk3OhwUjUiw1qoRVv2+WiDp0OkbPlmJETDIXHC8zJsuZtMPoHlX/7gA48DzYqwSVNbeOTH28W45TblYB6mtv4KI31Ru/j4RFI77CMUys+vEBK47qlE1Ydnq63SqNvIEX0Yu9k9Mo7DyOwwcFzxEiFFvpkZntNhoElqjnmzXrfrsK/j9EVsQ51kFPhyDeSJrIMdqDQAqUleXu5wwNzyr97YYzS2MoDgIVbmm5eyO+7a+vOI3FCBJCWn4A1zU4oqY67SPojQ4x4qphtTS4oYGKQYP0PAJMN4mGQPAkqz4PGONyQbejE0SMU/wiAp20IGxLHCmPa0T4SRmxOTH1uIpRsfgfDHbPA0tFGePeZiROoEGpbu9aLJPROzR9ph44CHyCUE2gFxQVSQXRCuiDWnGwlanB56u+1ZRxHm3CwkSoDYIT/aKhFrC/LohRBoC7rwlLwN+mPB01VO/6xtCnnotM2RIwDZWDZTB8tJq+cuIPeASMSp1saKcfXxJs+yldduFzeTciGV0UnHxsxT/HgyBjmwK1ifTSF/GFONV9EY2h5lTJY69d8J0dN87Cjj5SxaMXXAEqYaTCI8CMiRiRaflY8JeN+wCVlOZJ+hTgpK175rV7pbg2/ZZZGqMk6CvJLnr+Nx/c5/3EkDKy/PSFMGiKy32bJEZBiwjFd1uKFIp+kzRrV6/S8iEBvJ5BEhjmy+2WJitA8SVp22lX6lE9g3glfbqYt2eV/pJ9dT8axG1gZJSFoEDJnvyVvUEpNHgVw/UBtm6KOWr1qG0kZfKnou7ToKqDMIkbbwg2QQ4z1Bn6yyHKgu10lf45jc2Q4TtCAJERrHW31XX+wNpXx92c9EHg1EbV5ax5Ngouxpq2OsAbd2RaB+awNZdl6itI9dqfyo41XxaDH1pAhiGQ05MukgmBF3RTPhHG9yITu5TDmxASIQpBL0HyLLE556ZUyQCbpc3AnHrzF6O500nXhMQjqQi6qlVX+btpgeqrM2ksudz0yKpuvONrvurFNtdVP19kZ6tCPG6mCgfX5dD4KzE4IF+k5Z33edECpkrt1c03FBOyBEfrIWLC0t2bE9Olq1MmgcF/unkwQ3zLIIKcaWxG3DH8iJrYKRIcdSW8GL8TcCMC0G/6kG7XFSUCo3y8b6yfeJYPC5wgmDcSOBNMvwHYv6tmK6cCpIETCBMJ5YTmPQXGeMa1LhPZYkdBhikoP2vIxJ7FuILvZVTvrtU1UQiRkIeUE+ksXD0vKNPL/21Hi0QarIBhpzOwhSg8SomHJudOjwtqAn2mhyAm2jTm7geOAL33iUTnyWxw0JjRtxavIbCt4u5Hb3h4lP7UN54e3igXa0TLdld+6ve8+05+AUira0gW6O0/b2thEiJzo8RI5l9ONeGGsuZRXH8+ZypH0QoktbvU00Jcr4GDCmxJUgFfMs23n0xsKcPRNKCdRb0L8ozz71LMx3FJiH1MnJmrYwWiZlIZrnh4/xkxxjqXGM/h7JM654LDh1R4YJFeRIYHIx2WM5FkRZkmVjED7FberGzBWIQ2oYC85YYwjIOKlBKnHh3S664zFlU3BAccrH+xh7I+hw4nBjaIyVuC13Fcq2oKcJLNaclNyg8EBdH0VoV1mWsQhjs64qz5aKSsLDQb4cA/42XiR98zTX09TFftxcMjLMS2o7YXghk0N11BEB3RwHjs3m5qYdF44bHiJbH3tv01FgNZr36n2Ez/3rNVxi6fiziCK3uNbJTRH/UIPkKcdWGRzDjuTnu53U66mMSI6hZKysoA0H8vSr6a8ToXvw1GNf5FFBToS7CnjWu7uzdneaXhldchxQbFs0eRtComK64BZ0CsFEhGgwBp5tW1jg8RInSQAZQpAYI54Jxuh3sDVbM0EAm6yapkxWe0ZP+z5pnSicLCBWX65LQmnkK0AOvJesMlEvuty7ylsjGCfECMiMwzgt6zS9bKkXb8TvPAdJ2fJcodQRy3Zf3rqMfejBdAfxRjtIZ+vpXjbLKY6RM45xqcJJV+1jIzBuPJbi+lhEMpYxTg0RMv6MPZ4hZBje4crKyvgaYnMMsvJ7ADkIDqLjERkfJ9JzMCk/KfF8Iu0YMAcGeL+79sGGwYCbdS4sCZWjDX5ysaB/PNaz02eJr7Lb/TRQuYbEfJ5YxQrIM86cXAb9XdPPIz6cCOgjsP5ZPT5G/kk5y6qYQoQln1qEQbENDxKCxPDYQpglWYI8n8chyJVPUEmT0jB1lshcZ/PPhWmxrjxfhhKolnKUke+g5RF3d/F8RCbs2zOFio9JJwjSgxlgDgHqhWwscMODR3G4wwwpSi9bjwdJ4q06KXMoqdeevVQs9HD3nDvREKt/2Yd2+dd6uHPtd68hQQ8800h572PWoX3GyW/u+HUyl+ERlUFaX7+Rbty4pnBd4Ua6efNm2tjYMCKEHBgnyHB5ednHuej/cWDHRUxIO2wFYPtNcBmXg3uQ5flAngXlSzc8v8hlBRMSqD/KOtGRNZOGEunj8WnfvT9faUQZ3urhrRj7yo6ANm5KWeCmlvXNxw0UR1g71Jd3Dccbg4qHDz+qn2JggJAij3wQzCCNQHIQiUAAGC/fK8TI7dfy7LuFeIcQgSYyXqEmu4or5MluG2a4G44PJ4l4DnnZpewwXgyZrRuZWwYGYvoVCb3kk07bMC5U22M1IliKoceJMKC46qKM2Z0aZnF6qAYTgD+KImnuHFvTJMR/CdvPGpAo0B5vg5OB5StOf9zYyccjg0zURrUL4ouTS7yZwompJMPjkuBhcNKZoCv3v4H6qb+WhLhCFAsdY13Wd8Xtr05kJqd+Q2I2fLkgYMxsQzkiXsrrcTKdU381YBZ8/CwXgaZO0xnpFdMCt5ZPKZrJV8InoxMOARIQ8YkAffLmx1wgACMbD+aVheGYXh86J0MnoZj8Th54Uk5CzHtfXpbyEA7pXq7UYY2idpGNF8NIPU6r+EtbjJDUxhmehZSM9Uf7UX+QmOulmNIgYFTqr7WJvtgD2bkcdalrNIEQlwDMKx57vQRvA57m0uKyCJBl8ZIRIQFSDCIMYvVxo/33h4Pl0UfIuwZ2ItBL76kfN+9PjupAIOX6LKCPQzoL0e/LC0SeMVIZU5N1lci6fOPluQnHDS7SyrbFMfZLGlTE8fH5UjFdcMt+gnBwIioukoBIYtkZS1b3zHxpefDNEycQD5BEXjLntCCNEhjdgWt3IUe1ZnxhIJCmCojk/MFvEZU8VJbn9tyg9sdvl+R4vIFC2+OBbYjNdKhtbI307EFx8hXfV1/oI2/IkG9kSv+ly6aE6yMEcVtdVjd6Kc8TAN52759vY3w9DT0Qa+OtnhxoX6mTfdCQjFpie/aokXnjSDVjPy4iOFkyFwT9UfP1pzyW3jcIHn3jsiJO/22dkZqjehTvdRkjxsy9acbCRG3btA+c/LhUPCieqCMSBpv3/O84TRPWiIZ9xfkY6/gBZsjJPSmIx9It+L6lK86+LZuN2AhueeSP5Y1kMA73/Chn8sgpbtZp8i4HSWGq3NzgoxHD/PVoHpG0+tQ+k5f9xfu51mbqtjwZdibKuN5JIB+ihHDd09S+0iA74hA3BGrXL/P1TL8eSLvRTxt93PxVRogAEnFyDJTxkwDqqMc+yWaz1/sP2HjUjylyiwvyZBXYLi50E1/NMSUuZds2up251O3O21dvFlRmocdlF2VY37y4X06wAyfsm97FntfVVVzDIblcTzHn+OfpntdsK6YFHJGp/ErOwwCT0870Cg0ZYmRuyFz7CzvxiQvJMIm9LGmxdfg+5SEI1wNZHZSNelx5lHU0eY5yP+oJHZHX1D8Zlg075OVf1HtnOW/vuF36H4+yBChTlqMNdk1TKNtVykGQsR9pJ4N9+0oOTxK4WtWtsbbxhqyV5sl0oGkX4I0eI03bA3k8yWdjY+Ekp1L2L2BySiXXiuhfpPnvtbi8x/jjpZHxKlwXJMoJZHlpzcYInOz4VDwI4is5HJEnhhSB3bXMpMgUDq+jnJw+kSOO3NGBnrIMdZHWGEY2RqEtC0q5Mt5G5B0NlL9Tvq2/1HmnfiiBtKZMlIt4lCmXhMdr570QpOivB6Ka48ljMHKiRXpKUDu4HshPlnJcx3AXUhu1Vf/wuncGPFFAIr4xvwSYn1dUsbJPFpcYP2K13eeXEVU3CQo8LN6VR0l5SK/su+vQVqRt/5Tf6y6m5WVI0eVOdnwqHgRT/+mwhwUmbdwh9efx3KspUe668R09HCzj9REiLfYjrdxvh0bP/QfXM1lXoNwvye0gmCp3liG02/qoYZcW7NlFf1LAPgF2ALlN2qiFRmAQGrLiOcVZJZAEsWXRO7pBGeXb85EIcdmE8SIPFkXCxyFwYCzMTfUxfBxjVHF0PHGkWBruw52bbl2TDMDb4PW34wFP91ASZYQy/26hreteAd1HRVkurim223bSGGuEkGwjorIE2s2SVBJGQA3BGcqCCp5FG1VGbdbaQUX42IVlCO2xUE1SyLXWOeqRAmQRN6+R7awX9muNJLKNuEmqDGM0rqRiCvHEkeKjgxvB4Sjz7yVbMUb2ernCZ9eHFXP6IQYh4QGSp8kNa2nff3YhyAlIhxFTJlRkrIxkpMDebVccrzlgR4d6JbLLjaxcFhE/cu5hx+WSBrRP/0yXE+3DOFlUnBwqKVacKsjX0l+mrciFBJEN9DQnd21ulmt6bCXHb6pkToOPnN8o4YSE14fcHM8lKvARCSNRwricIi5uIIt3nzvzM/bxiY6I1S8NulxzN7oBBGjeoeS1MR0V0w07pBXHRbaaTzUO6+Pj7DsEAy3K4zKGEdnoX6/TSQs9hW7HHolZULAnArIfGZ6Zvy/tXhseG3JLKmeP7Sxxjbkjnd4/q8OW4U54AOdyabGTVpY7aVnbpSXelOJnaL2O5npsBLxCHs/hZh5tV362ONRWTCcqKd4XspU8kXi8fYdM4BP8Q3bw8iAaeyDeCFMtDBLUUpZPuPHO88h+I8XffXbykpeIfJThnxeTTL55Q6CcAtcoXb+EjNF8qe3wFllMafZWC0rG+Q4jxXE8RyqmDpUUK04VIB37jRSRnXOOU1obRlMiNR507/dH9hssfCWHLyWhI9COswuJ7uyM0rbkCTy64yRX1gOJuvkECSNjd8FVLwSszTjvIJo6K6YPlRQfEEzvk5viJ6vtwTDJmB8fYmT8ZyL8JofD73wDvznCMlZy+mNv/Ghr3iH5kuV5RiOrrOAgabEQdmKkhERVH3emgeQmDAn1QI7+ZhJ1S0iBt4bYoitQxicqq5gKVFI8AZzs9K7Gcjf4e+Mao4LMbAmsNDgnHoeJ36QxcppV4F1tTXcjPLw4MSNxD8QbxoIYWZNDvhDo+ELgHWD57vWMixshVrM6zahH7wCY2Y1xHIxPRiXExwGIB+pyAvQUrinyTrdSIDn72CxenPK0DxHyPI2VURoOnRU1eTSAyBAkSx0YSHiVJUwf8gr24QeEcvA6KDShoCEqr5hGVFI8AJ/kDcp4xeNEHBlIDh/OyKqYvqTzI/b2UwSz+W0T5CTCx2DnZ/fT/JwCnh05RpzjRbLv5zRuwPD7LRY6iuNoGsnhEbocdcTD3XiKeIx8cNg/BKE2qr4gxoNL9IppRyXFilMF3mt2Aoqv8hRTOHMPJMR1Rh6DmevM2qe8+HIN70Pz2A0/IgWc4GLrQRwmEpxN3R4/c6Fg7zaLAO2BREjO9RPcW2ygZlm6L6lpm6f7ct1lXUPFNONUkyITLELFpwFHOJpaIhvhWBwWooQTWtz1NXJTBp854wem5uTtRQhP0gkVmezxQWSRDuliGebp+RsqTnRcZZS3KH7jmUfqswZY0F8jQidMD25e3jZvVzwnWTG9OLWkWE4rn5IVpx8NwRwGcY2F5ppdWcaJyL9XKRzgnlIOQE76a0SqrT3Yra0RFnnZC7TKPJ0sk6Wc6Za3SDmT9fymDtfTQKa231zzrJhenFpSjKk3noKaaNM22erkP3k4IeZ4E017EKExpsZdhNkeeaOt8RyJXNfAP7vBYllNSfP2LJ2rkGQh77A8IiZODEKO/UAhr3R/XKhJq5hOnFpSBAemlxnE5AlnE9qj43gYSASeZ2sCD96208rgb0ZEGO3tpiE/Ms+3/XLoF3HbH43SznBoYcDvwVhrKo6PTGJCjCF74xQdHx0g35o3KeR5Ycc5u3pOdrkssq0jQpLPDXaQ85ss7ECILu8tMV2WT6qne2iwZx+l8Dvi7byK6QJH5/R8ZJbrMXgBTEqbgB6A/W6GEAbjAjICi3naOMdmbzN9AeVdl1KyMbkR+NaMgrileBpx8wBUhPIuoyWVS9jSzA2I/P00EDHuK3AH9PzaWurOdcxI7ZpWxZHAuO/sbGss+9rheh9pTlgRGHu/pqcQ6RwtLa2b8YYg7QiiVjJK5xqglWPfki1OUSLI2DXBSGcbfgVlbEPdLOF9FgDq57Ed2rm0tJqWl1ZItbyYHxWPH6fmy9uQCTPU5qZNbs63+2nERCOLFDv5y7uTkMlpH4ozerJsn3j2NyYhek3YdkyeErZbpHuNLt7ADcdIEENRikmqQfzIFeYw2hvJXBDy+gaDYdra3lbaXurIc7xy4WJaXFg0xWMDjrZV3BV8eXsw2JaXzvcPnRBBbONVPj4mzM/W8s4yP4Yf33yEoLgJw4caeF3Qx56S/MnHVARme5z1yFe5fZ5HFJyE90wfJGuS+k+dh53gbO4qQIoLvSVLo856zKcHp4YURyIQvqjMj48b+Whi8Vn4vsjFSFCJkKCRkiYY+eYBKC6HzPZt4tlETz5pczoenitVyJOT32TxXTcU80AVMcLUEsiMJOvhUTR0qiUmj9F05rv2yXq08HscvAuLUe4PR2lr63bqUF6GenHtnEhxyQyLsqbvEIOq8OMVBMIpbDDYSf2dHcXyQQDKR4Yf5CdvYWHBfpCfn17t9/s2vqRtbKxbfHl5Rek7Fj9z5kz+Af8tEeVe6nYXTOVQBNzt9dLZc+d0/DbT5u3b9sV2iJefckU/dfK7Mfy+NXpoK4i70TbXFLjz7b/PMq/cpj8V04FT8XMERk+aN/aMWJ4/TDfIjHkHgY1EgH5Nb1dLql15DzIZ5WMspEGgs5qMc5rI+2JJW3qzjJJCFfcg3htJjhD/RMXmkZrXpwr5SADl7HUx6cGDxVslkAVpJi2Ht2Qct7S8G2l/IH1DEeD+3jD1OjJCEaY9IacyGNVwOBCBj9QPllZuOGFQh8GuiT2BKAmEJWt3vidy6inO8XQyNGj84us3dvlCI45XuNBbtOUxJ0zS+juDdFsEx9hzLJCHOG/f3ko72yJbHdSRTmSbm5DvYFz21q1baVseP2F9fd3IED3Xrl0Tmfpvhwd8CU1wD7I7v2AnwXsd44rHC2bS1HqKTB1byogIgjB2tc8iJkgHTxK5eOl/Hs9LExBCtOuE+3M6u+9o8g/T2TMraXmha4YD0UGiGBXemy21NRroh/Bs4krP/sx8ev1XV+XV9dIzV54y7xP7s2uI5mpifIqLLyl3W57GtoxsSUbYUXlZV1rQdpHn61RmS/n97S27rrQob4TfivGl3Jwt9+7mLVr/1S+MD28lZJ9Uj4O5YR6jvDnIh0MGGB/GBCLD62Pc2I8TCuNGWZbfTlJ7Np7DwdAojIe7mRcx3sjj5bFiGWgezes4gTgObDn2pLtubwiHhecbmYO9bs+JOZPi3Y5zxePBqfnhKp+cHrOL3HLt7MfbFfAKzVNTrp+PEVOXFIEm5uS5jfbn0w9++Hr6/77/U53lt3RW37az/4bC9//ql+nHf/O6PIFhGvSH6fbmdhoM99POQMvzvdnU351NNzeH6fU335Mx7NnS2DxFfjNZwetTCzXRd9WObXkN3FmmdqfolDpqQ2e2Y94L17D8N4TldUgfBscWY42AwYRRtREym5ub5qlgjIfJPglgedrtLqZeb0FxPzGw5eRilyU0Ffg9Zt5qYcwhsCAu4gs60fGGCycmrmrwW889HWNkjFSznBGnjhOExvIb/aSzfCa+oO3S8pLJN8fDT5h8qaej5TLLccpXTD84clN9TZFJ5mTAWRvC0dlXE3FbHsC6PIThzJ6982o3NTKQhYCYhJv9+fRv/o//mAZbm+k3vv2KEcqmSPDm1ij923/3ajqzvJD+yW9+Oy0vzqSt7c105tzl9NHNDRkURtNNu8O+PM319MrLz6YzK8uqRRNfS+Klxbm0JKP68PpN+97eubPLWqLPyfscmFexwFJZRoJPsSDrXJCRcc2Ra5I3b92US8pXnJfNIDGs8BLNmCUbRl4ilnos2zDKXk/eh4yUck8y8PSGox15jX2NEafHGDs/wdjJRuQ0HlFFbHxhwhKSZc3APyvDiW3fS6HHj42f7prjk7dK9Bs/vqviVobrykuLSzpePR0n9z4PO74Vjxen5kaLT2oCP1+Z7/gpfUNEtDEcpN1ZeXAsP0U8TNa+CItIryNSkuz6zmz6P/+fn6RbNzbSU+dX0q2NjXT1vY/T9t5i+sXVj9PzT19IL1xaEIkN087ORlpeeyr102J6+90P0oW15fSFF5+Wl3DbLrgvystbXllJO1u308vPX0pnVpfT//uXf5vefO8jEe7n0ze+9tnUnd9PXXkm9n4thqQRXpZhLHA1kTvS2ty6edPIbWVpTaTYMxIN74YAJhEd/ee6FzcEkA9SjDJPNiBGeery1rmjbHzGPx2DCEGLpPvvsTBj2kBG801EazFWBJp/gGvbnNQ4DgePjySln0s4qLU5qyZwAl1cWpJHyYnLl82VEKcXp2b5rHlkk4kt3h9xriMq1a7vcSa3d0w10ex6owLPMjLhZ2Z9chOu3dxM73+0Lm+ua9d/epqo82Kss6ssmVhydeUlntNZfSGdE/F1xLyj/iitLS+ni2fPpOH2TloXGd26vZE+uX5LHuF++vDjG+nVv3sv/eDVN9Mv3vxIRsESWaSt6uMT9hgAvoVd3+SfDAfPhg6ZN0L7tPW4G++9EMb1pHuIBzGjZS/X7eSV6VgyjAwzRGjfYFQIQuKfjXMeaovqjyeRmAkULzEfQ65TQ7x27JQX153thJ2PLXKADSTIXWtbms80J7qQqZheTL1VMYeYiD6XfFnDMpob0nZTRXPYJ6bPcMRi2nEjZFZlVxf208oiN0P6OoNvq5y8tO4gvfLcStrd/lhGNNQZnccl5tOFc9002no/feVzl9JTZ2fTW2++Js/sZrpy+Wy6cGFVsil1utKr7bmLa+mVl55K3/raS+mVF5+RR4B3yldY1Djax1dZJGjXDSFpGaZ7vfQpNzIjyDAMdxJKo4p4JcaAH3nGH+95Xic/iGlW4x/XoO3kyYWWvI8XaD8hMOKGHSdbTk5+bPxZRD8Je1xpOunhAeKJDoc8jL8v75T5qGOqdI4tbZiZ4Zpj1zz58OIPHm8n1IrpBDNp6pfP7hkyKf1us91plpe3o7zN4cg8MYiIMzb58gvSYnde5Dcvz66f3nn/47S53U9bCjt9eXyb2/bc2azyP3j/o/SMltA82tPVUvzpC2tmKGtnzqftne305lsf2LNoX3jl+dSZn0/bWr6y9L14bi2dPbuS3v3gVtoZjNLywlw6c3ZZpMlyC+PaVf1a4irMaEnPIzk9I8hRunnzhhH70sKy3STwpTMX9f364t2IkeUh1xQxOALXFg+TfZLhv5WS543mCddjg4ycvPLcGvl1ag2i7dvXcCQXJMsJWckZStMOr3SyTMladOIT+YpwKW/XtzkxigzjJo1JSRjdjtBfMU04VdcU7S6tEU0OavWeJtiO4rdFiixdghTtzYVMinMimK2tvhEeRDoQefHM4sbWtrxGKVHYG+6lleUluyu8stBNC1pKQ6xDGRUTemtnmG7dXE9n15ZNZoaLgirHTROuYe2xL3uDQO23g5VHXbSTwV3i2qbiHS3lu5LlsZybN2/KOxmlRZFi3M2E17i+GCR3N1LkzjNy/jiP31mtuDs4HsylmE+AeI7YeOMRQljMI8C4jmUMHodUTRRIhicL5H+aLIcNjzSOSxzHeuKafpyia4qaiMxFbWPSOQlo6cPk1ASO6YYDYOIKFtefebuJwXNms/abvd3OjLw6ljc8LrOntNnU5YvMSR7nqG8P6nIzg+fftrc2RWJDLalXRGriPnl8Q3maAx7OHg7sMY09bYe7/TTfdWLDA2BJTxsxRB4C1yrMl2g8z6Y0OpTtTpDwMewF4wpvsjS6ihIa00xgAcaJkxyB8XPv3Pc5eXJjDG+9nR9xD/O2tROSvHpOSgsK3SI9ZChLnREqTg9OhYuhc7uohbN7PoMzxxRsGQRZ6p+RDaSpLO2l0T4P1HIdkRJck/Q4N2Fm+eCoHDyIsregSWzOn3ubfoZXgiaykbDZV2FgVJ7rZ6lk1w+FAW+njJkOAdqnVlv7aJMTZdgH++SP7YXGHdF4SmOrBtdGcayKeDlOfoydACNuH5jF08+hzCsDXiB5HHeI1G7i3CFTj8lpxikgRbxBJz6WvHNisHjjgKs6fvFck5B5CEmQKluwGxqZzJikXHDnWg+kONrfNYr1Yj6BfR67PMU0vZWo5ZP2IbYI9o+tAnVbjeiRuHsHyhMBm3Eo4F1CfiyreZC7KYNmAtcgncy9JXeH13sUyTsR7S4DbSvDpDSWmwdDOz3227IH5fCUYzscjrTl95TZjvKjNPn6nkA77h+HjyZjh2oC8XHQ8Yn4gTvVrVASH4/12A/k3yVUnD5MNyna7CWiCaa4/iYeQdsa7qbBngxNk44HuXnMZrbTNdKZmxfxQE5MXJ3x+d1e7iy+99HH6eo778qjG9kNE5uw+24gfpeS633ZGIkoGxm7fqlG4ANCsnG9kGAX4a2QvE5IV3UpWUXdcDpqy57aQFn2pRCf1fRZ1/hzTIShHcfgqAfy4QYR5MOWAClBRGx5D9u/PkN+xLmp1Ff+wMp7gNRcPsqST7kozxeBPN/T+OgCoamf0LcbWHwGjDziXLZAJ3UEmR5/jMpxOWyMSM8rAY1jO5jEhPQI93PcKk4PppsUx/DJC+G8+faH6cc/fS29/8l6+vjm7fTBJxsK6+md96+l9S0Z4h43XCAnzuIde6Xvg4+v2x3odxW42cJdYS6OYxt2J5vJLlJkqrMEjq3FZQBmAhCsvAn2LEX/zUtVm5CB9Iwotc9zcnKSRKjeFoh5pjOvIvQh68WjNMV34l5Gh47jArIJooPI4kMU3KFlG3HS2UL4ns5lCHpMnR74WtD4pKBgfcplyPN818U7555HfyOf/nFMNf65XvJoV5A27b3XONwvOD95mOwRAm+vB1DmUy7KHgcT+9NKelh9rjg6OKpTffcZgxnxQVER0rXrm+mvfvKr9MnGdlo+t5r2OrPp7Q8/TtvbO2lpeSEt9bppdXEh9eZZku6li+fPpaGM692PPkpnzp5NVy5fTGdWF7UEn7EvYUOImtr2St4CF8ltOFguq86xIYsIsyFoxzxWWUPqiOi4QG+eEgSgfZaLLO1ZGm5siLCvXVf+frqwspSeu3A+XVhd1nJ62x7J4SbNYncpLds7s37BP55rC8ObBEgDwkDOHwy+t2FCWnhjtNWviblRByAm+tquk3LjtqgaewvE0huyAMj4WN2ZDso0EPIgtk7AfJjB76gjEzcsol2h72HjzvbmSJ4fJwqqejTdqrgHTs3dZ8C8iVetnn76fPry519MT50/k86uraQLZ1bT009dTM9eeTqdO7smQ+KO4bwZMOTRW+im8xfOpmeevpguXzynJfac0kUCMnjNftPO9T0WtbkmS8cn9GtGIgOlsj+euxIxQx0bj0rjGkp+a6ef3nznvXT91q20O9hNm7e30631zfTxtRvpxvq6eY6Ncef6MsIYgzTaxhm4W97hCC+n8YbuBjw3ELKMv12nzYQY9ZdtLdPLffcq72wvaZQPHe5xeoiyER4lok0RGDsPd8LbdlgAvo29O3DvQ1HxiMEhOQWeoi/B4B0ewO4rMttbSHwwan1HHpAMeKHbS115QNdviozkdZxdWU5deX+YtszMvCM6i+dI4Fph4lqiNl15JL15eSXa2xv5TREeoynvbvMKC9cpIYtZeZIdjEV5PBbENxvtE1Ui3Pc++DCtb2ylPS0Bn7p4Kb39zgfpnMh7aX4m9aT38gV5r4Pb9rMESz08xVXV54+D8EgHAcLF2BqjbBDLy/As2/mTgC73MAcmX+oPwoGIwkMjLUI7bVJ9QWKlvpAry0V+xEGU5QTGceN1y/AOS0+xLDNd4DID11YH9mA+81QN1Vzzx3n82M5rX21XPyaCMZvKvj1ZOBUPb0NG9oktSGyPh7RT2tzsp49v3Ey3h7tpvT9IN7Y3U18ksbKoZbEmFg9e24PZ2dD4GvJnnr9iX7ThJovdKBH5vf3Oh+mj67clv2ce5670Y3RzKgd9njl3Xh7ezXTl0tl0U17f1iClxSUt2bWU/+xzF7VMnzddkCI/TAX5fnLtZrqlZTNL1MHObrp+fT29/95H6ZXPPp+ek57RznZa0zJ/cUHtgxQXIMUzXm8mxSCCNnkE4mbFcUkxbpRAQoAtZSEcACEF+UQeiHaUWxBy5X4g0klDJ/FSJ9uIk0egX8g0r+cdJMVAGX+csF7vj+xRrOFgxy6L7GrLPLWT7Qxt5wTHUw9d9auX5rSCmdE+pWNcDGyL8QPleFY8GgQpzin+PwpnBc+ZInB2xTOz602cgTV3+BwYk0szLs3g3fU04UQO3QXIZiGd0XL6zNqqEwzXCi1dE5JJaNSlyaZJ+8NXf5b+6tWfp/c/uJ52dobyNufSrdt8mn4u/e3fv5ZubOykn/7tL9LKci/94he/Sq+/+UH64KMb6ZOPPk4vi2RXlnqJj0/wtW77WKkM+Pq166prMa3KS91Y76ef/ux1I02+mnPl8qU0I1kMack+dCsCkFdUfgsQAiCUpNE2DogDsg/SOKrx+HLYCQiU+sfGKbBPHRGPbcSDxCIEiJfENwm0OUgNOcr4ln75DR0jER0D0kOeeKm3jD8OWN91zCHDvhGivMShSHG4YeS4r2M8p/HmkoyOlvrm89fHlVnNkXA99vBC7s6kfj3uvj5J4E2zP/zDP7w5HafdQ+CG5sbH1JADJrLrpLUzy+nyU+fSc1cupBefezq9/Jln0vNXnkrPP/NUevrSuXTx7Ep67plL6eUXnklXnjov8uCDtHlCSof8mLRyZi29/NkXVObptCpvUo6aLaGZoWfWzqQ1eY/PPPNMui0XcWXtXHrx2efS5fPntSwX4coDQJeaZXeSAa/4Md35evP1T27Imxum5dWV9NSVy6kjL/aj6zdFojMyGslzXVH+KOWtTepcPLdIXy1ViXcziJA7Olw/aOsudWG4k3VzLNywIwSQL0Opv0wLQmQfkOb5Xqdv/TiNP8KQZacLrEL80SIjNbvbzh3zvsiST9fx+NO20naYEeonxNhPw9GW5sWmTvLDvPrxk6r3/WA/p7PfTwaYudO7fNbEwCvyj7NCQDJMzZVdLY81pdK2PMgdLX+5pogsVGOP2iju1//yc4UqY0YpL4wPQ9zY2Eo7/b3U6/TSzpYmr+Q68iYZjK3N2+ZZ8g28na1+6na5y9tJnVl5nvJg9rQEP89rf12Mlt9zHkJl9pjPhx9fTx/K8+xvD9NbWp5/qOXzXE/enxS/9MyV9JnL59L5pU46v7You9k1L3F5mR8yon0QPh+E8GuKQSBt3O/yOa7LYoglYYFIY7+tjzQrZ4/SQOW5XRIjL8qUIdLbeSDItOwfN3H6Q75gtOvLTK7B6exlX80uvOdS3+NA1M9Y7mxvKe7jORpu6mS4kfpb63bCnNVxlDAl7LnZ+e6i4vP2FINmmk7Ai2mGx8LydWp7GSF3KTxj8Lj7+6Th1Nx9ZkLY10Xy5LCg+cZnnDTDbOIw/8Z3RVWGYOSpfXsLRWXI4SL+hx9fSz/60Y/SO2/+On38/tvp2ofvpA/eezN9qHD92vs6g2+k82cW0vb69XT9o7fTysJc2t64md741c+1dHbZH7/6avrla7/S0mlok5gP3FLh+bNn06q8w9HuKF28dCF941tfS1/88pfTs889bx+i4OHupy49pT40XqIKEjGomda/o+A4huKyPk4+Xh5AuY+Bl/tctohnBi2Pfxp8k9WJKAgORHm71KHAfqRHXoRSljjXgP1xH5e1tOw5TxN8yGkfJ1reiXLSshOE9UtR3lrSCXR2rqcwb0S/q5MYHxhmFvK66Z48STxFH1eI1cehHB+A7ohXPDpMNSkyKeBD8xAxIiM+DFFeIZORSag94mxZG/OgtP9CH0sTGbZJq7zSBjrDr66spM+9/JKWxpe1LF5M5y6spReef0be31paXO6l1bXV1O11bfl8+fJTaW11WWUW0wUtndfOaFktuWXlIYOnyJVKq1vozc+nK1cuSW5FHoLq29lM21sb8uy21LbdtNibtxs+EDjXIxtiYxvh3jiuoSCPlxfVRXlPd8NutpCVDFZLPAIjCOePj4W1nUea/GZB6dkE2I8Aoj4Q8lHfQdmSBHwflOUfP2gLQfPQiJv5x+UZzYU5jQdeLX3E+zOPlx+20smlv6NiklEZiDEp7O7yppB7m0GGhHLfx6XiUYIRn9rlM+BsyjUY7CImDZ4fr/htsIzhLCs5jHVscEwqytoWAlVH6amIgcd6MGib2srvabnKjxXx06T86BTXFXvy6pjv6OJxHSnPBKsJq2DPTNqEFbFJOW2yZ3woI6O4vb2Tbtzc0JJK5KK04d4wnV1aSFfkRZ7T9vrHH5lNrYig4+cErK4udymbGw2TwHjwShw3ko7z8DZLbrszmkE5DBKE8TF+EKL1x9T6eJPu3pHLyjcej3XbeNm20yPP9GZEeYAsPwXLl4dYOnc6/hA714JjbJBvg7T33nvPfmL0ueeeS0tL/iPz9wL1UZYxYUsdgWjTnYi2+/XEza1bWvYymbgOPUzrt3RMdWy63Dib70lO/dZfe3sJj1jj2uEyTI+H9blJJyLV5Jif50abn1yirxFIY9sex4qHg1OxfPbJQMyml+LsO6FBepBctt4sl8FE0saC/vh09gmmeWZEhh5xT+KX3ngchjvECyKkrpY/ABKw+rTFZsxu8hnev5CiiYwLlSuCMFlaQsMLi3Ppqcvn0vOfeTq9+MLl9OJnrqQLeKKLPK+WSTWDPmKkDcqO3IkHMQwbC/2BWLkuhncTS1jy7JEdeTO+nHNSA/ZhByvM244QVb5em8uWaKdHe+lj9BNjB8iQ5rJ+XFvqLC8IoR3AL3/5y/T973/ffo/5qIiy//b/+r/TD3/4Q3vnmjTqigBiW4IUXyIzLjyTyJyYSfMiO42OyuRyVpZ6pJf2aszsui43Z0hWvn2xmxO04gTGIsYuxoUQ7a14NJhqUgTYkeaFgCEwKbUDMSrOJ/79HxlGN2a8mB43YjS99I+ltBuq/X6LTTQmstJFALs6y0Ox3KAxr9Ee7+mmWZ3VqXsoWfwpluO8modyiM/fi1YGDZGFsGTCJbU2qD68U9OrZH4Lxpb7+s+jOzxoztd+wrjLSR+GcJKIOmxpbJ63wr57jbNqGwbOg8eQJQToI+jlYrz4SVc/CZDm7QyZaD9pQXwBG3fIQwg5ZIIA2LoOpqIN6Digr9Q/CevrG/IWP0hbW1s5xdtxFLx59U0tk67addOoK7bgYL2Kq+86khoHvqq9oDHMfdHYdHsr8gIX81zD225OLH69FN3yoK1tfiwkqbi3FbkYu/a24tGCmTjVYILF11e4sWFGq3nEJMLTsZ8nUJo9M8i1G01wW4qRJiO3598gAQUuerNk1pSUkTOjMTzmulI00bf7g/T2u++ln//y1+mtdz9Ot3dUTkO0j0tppOfLHKa41SdShjSHuR1seVsGw4AY8bhoI4A0ubOs5DTXZenrS8Qw+gj3QhgK/T8qYrz0F0u3Ppi3q2654ULzeD2WPW5H1OHLebxDr5/0ss3sRzq6y2Wfl/c0Aog+jGWpWKLSaumBdjsC7Eca75FvbNyy+QHasiUiL/Qynz744EMRKo/PHJ2AaG9PpMjdY3/EijmllcbCsshy0eIcdk4y+8y/PA+YE/x+C81gjtLdaFO5LftwnHZVnAymnhTd8LKRaX5wnW7r9qb9TOjN69fT+s1baUPhtpZPhK319bQt76FP2LidBgTJ9xV21jfTYHMr7W7vpL3tvqxCHgI/gn9rPf3kr/86/fWrP0lvv/lWeuNXV9Nffv8/p//wH/4ivXX1rbQpXTtbKivj2UEPYXNT7bidNm9vpG1tB9ofbG6nIQa2s6PtlsX7yqPuvspvU36bny3wnyflNcTymlls74bSYI4KOIBg5jze4ZqiE1l4ciyLeSCcacFYm8dL+/Qv6o12gtKAxwSX8wBx+kd6yBLYj35b+dykpuf37iM6WPa+++67IsZbTkC5LWUb2ggZ+sbJ9p133k2bm7dtDCCgu5WlnQEeMl9aWrWTHd/MnOHusuYpn7GDLO3tFTuRqM/Sy53o3sJSmul008Du6O/a5+bK+pCNkwvbSoiPB1NNikwYbiZwAX1pacVuTKyurqaVZW17C+nC0nK6tLiYLkjmrCbhGZHMGXlh57S9INLxPMnprH6xu5guLSymp1Tm6dU1C8+urZnMxYVe+tpLL6XvfOFz6TuvfDZ97+tfTf/Nf/Ht9F9+9YuSWUk9GcySeGNFVrEqY14TqZ2X3ktqw+XFpfS02oPepxaX02XFL2n7NPUoflntvkyewjJv2OTl84Lax3cdIaF4nY3+RjgMR5FpwwxTXBDGxk6577o8kI2n479KyE0mPxkhe1jdQYgEgCwo9yMEwuhNF21RmoembaX8JHCDhaUzpOg3kpxQjgK+48hNsU8+/iht6YQGKUbZ0HM3XaL2NN9Z0LxcU0fnVD/fi+RZS5EzfRIh2g9YdXpptrOo/XmFThoNR6m/09fY8jwqF6qVXIwn8bLue7Wj4uTB0Zjqu8+TwCTh+UNFfNLwz06qeQFmtpgnWjGfLKWcgJS1fYS0ZV8ehBWxXcVNsWgCOYxFW5u4LmIy6LR9awu7krF8kY4SSDPdlkc68MkPcYQhQI6xfxjwiPCQkD3u3WeMFuP3G000yS89WHsxYkhs3/XRntBNHgVm1AFuxLi8txmUsg4OgI9do6PRG2QYpAnsHWK1D7KIj0K0TxgBdFAWL/F3f/f30o0bN9Pv/d7vpu9+9zsmG3oPtsnLAdKva5XxL3//f0o//7u/S7//+/8yvfLK58ZPAkjAj1+r/EHYhDOdoyG/53PLHuhm3ezPWFJey2htuY7IvGLcubkyM9NNi0tnjDTbx7tsO/EI7Ifc3dtVcb84VZ8Oa4NJ0dFE4TNgvGXSlUfT6zpJzCt0ZVT8mBBvmfBIDctUgn2FRvsRuOlhOiRn246/vdLlLrRke9LVy14dzyDGj5vb4zBZH/vjeKHbjDnHrQ05Pq92haGXW0IYxN1QGsdR4eLu/bBEDsAR1E/gUSD0Rn4YInmUNxX6g3dTGqqBTcgQ5QaYlJMfcuF9lYQY5U3W/mm5aacOJ5UA+QB5QuxzLZCfe+WY8XYQyZHHNuKBMo12UP7mjRvyODfsZEMg/Tjg96M7Woksr5zTKua8iK9j15U5CbE85/nEESekgb+JRB9Z9cTxbjXxjnaX+2V6xcPDqSTFAzC70h95OETDMI8yfcLImqDhIGSDJdjbNIIvidyYJwVImp9GCKLz4MTIdbmDeR4Pw/B6mjrvheMax9iwzIMhHktXzydu1xWVbWJFGyKPrddL8LvKpLkebzt3U7mr7W97OLmEDGUhHWCy2o88S7M794KrHyPaXoZoH3GIZkfL0W28NBVmfAEyZT8CkcYx4CTFozIbGwdJkWuAIOor0eyhx3VBjHNaSncXVlJ3kZcALlh8X3WQN6ul89Liajp79um0evaSSHxRxzsul3h/CMwB13ew3ZFf8Whw6knRJsuEXtiUJe8EJpOrefCJOcnI7hfHbk8MRd564GFtltB+PY2WlcQV8Lpo/0GCjDbwbroFyfrjJ5BKi/SU7l6nPzQeekKHFFoZh9d92HhFGl8TX1s7kz755Fr6oz/6o/Rnf/Zn9pvYpq+Fsr0//vGP05/+73+a3nrzLasJL5/8aG/UG/VMBiXLeiB1nRjnevZoTndpzbzH5ZXzFtbWLqWeiLIj8vTnHCefDNvbikePU0+KYxxxDt1tmgcOqmLvwSZoTHoMoDSCSIv4wwKqVYOM3NsSdUJMUbe3zX8C4DAEsQRZjMnDeI+p5HXAg5KUbNNfUG69vpyvtCAjh2+RizKTsLKympaXlhPf3MTzC5Jv9DQo01577fX053/+5/Y4Dm/Q8M1NCLuUGcdb9d/ZGuQ0Br4jMEYaDS2jeXNFa2t5jPzION9S9EsP0S/iaCz7GfHYLzEpreLkMdWk2Ey0k8PRptXDqPkoOFq9GEcsE48CIylnLjN2CCgIMYyUR1Q8z9tgBqilnb31Ys/YNV5d6GiIwzd2Q8FurngSW4AcAS+UrZOBp5vXKF3jdpisZVt+G67L+8Jzn9SxJFL7rd/679L3vvdfaWnaM52gbKP1R2D/n/7Tf5J++3/4bZWHpA6OpeuPfuUO3BXWU/tLfR5X//a5XshY8YNm2bs2KW+LtyeI0euNeAkbk9yPcbsqHiqmmhSfTBxt4oeRHx0YoBMagfIYYUMgMlx5XG7YGClbDNWv05nBqmnkR9nSoE2n8mkW6chwxzUMmjS8UEvP8gQQ+vPuGIf3ER3UM6Olb9cer3lTS2HuHnJzA73eziwuRF0AMiSPa4n+2iKk2LRpLMu2KHc3UAbS9zHxvtD+aAOfRvNrlQf7FOrLvpbxst0VjwZTTYoHp8+jxMOrmSn+INMcI3Fjc3I5CrBTbmT4GxVOaGwhxIjbXeU5nk+MKeHEg3fj1xIVuG5oiaQ6QQbpWQnpAeg1UspeGKFsK3mAugnsx4Pk9xr5qANZHoDnU228qfTHf/w/pz/4gz+wD0SAqKMEZT/55JP0r/7VH6Q/+ZP/JfG1+QsXz1teNK9sJ/Lsl2mHIbxgu1nX6oUcxjQc+W9na2+cS1cIZR3UGSEQx6hMq3h4mGpS/DSCaX341L57LigN46hGworYjc6Nz5asmRDdS4JEILKDxo+zyI1kT3ePEW+PD1/4u9OQgCYR73aLANnh97aZVnEjgXfEjSRFehAH+8gz8yBbIwT9C13RgpIoJgN59Mykza3N9I//8X+b/vk//xdpbW1t/C5zFC8JEiJ9+ukris2Y3MULF+35RHSV9VGG/aOMMXL0LTCuT+rsk236x1jyNXZLtrZRF1tkm3ra9UW7JpF8xcNBJcVTiKMY6mEI44Lg0BMejhueyJKff81GyBbi5NlKJ09Ir3ncBqeIIGl7F5zlsnw/W5JCCPZhBOoTiboXyjKZNogc7XNwTgb2oQnB9i3miH6SHijjvV43nTlzxj6l9oUvfD59+9vfMoILvSXYp08rq8vpn/2z30rf+c530mCnbyTp1yYbUpxU/m6IsboD0mGeYyZGxoMTRLwAIAETm1QUIFO2q+LRwGdjxacaZn4yLry5WLJiaI1H5eQXS+gwcjNK/SNuN1yMQN2Iw2C1Z8TH2zzo8GV6lHeCnJsRSZqsB+rhMZi4xggar9ER+iM/0Mi7fh46584z+9RbwvQp0C6vWzIiJcjUxkDJq6v+W+HIgbLvR0FZb9Rn+zlOCJDOmLd6pHBn20G0YdI4VDw8VFJ8AhDmxDI4ls7l8jm8RowTuEcHSbL8dVlL7zih4vmY3SvMJMr74yZQWpAKQCd3k+2za5ZOIU26rMOuU0q3EwKGr01RNlDGxySjLYTIIzlcB93a2pHX6+0MUI7g5BTtmrEHvq9fv5GGkj977qy9uQRKAvMyzf5hQAZvG1AX/aEu/U23NtbT5ubmOA/YV5wUDmJC/4QoE9uKR4NKik8AxD8HjDyIEHIKD4W8hkA8cP3Pl74YptL0b3dP3qXkRTdKY/qI+HaVLoLhuiE60Ms2CDI8VOQpOxzya3cHr2FaneP9w5eM0TZyeTVzaXnRvE4e2uYjriFD3Q3hBtA7k0aqm9/yJo+PjcTHgoN8ou7D2lCCOuKkAawM4634jZs30/oGP0fBh2Ubgg554pEedU/CUdpRcXKopPgkAJvKBhgPZ7txNg89k2c3SwQjEvOsIBQnIdK4Fojt8tYKpEp6BC/vekI+0mCJ0A8B8fUdiMx/eqEpQzMVVTi4fCVvEuBQluf2WI6Rol8fDTIsg+lXoA3cCf7wgw+0v5fOnz1n78sbkWUZaqMMfS/7H2AfkBZeInHaPG63tnz8gWuc/paPl8NzxlMsCXtcb9bb7jtjRIj8ioeLSopPAmRj3A3GsDBEvDri/hsoeEkySDEMHhQwoiKYJ4gxigRFZCyT+eo06Rg1RooBQ7RhtJFWBkC9hJCJfYISVF6yCkZD2WOMsrEtQf2UWV3jZx4W05ZIMa6RjvVmlHVqIyLbs3elaTefb4t8qgnaUYpvtZlUP/K0IUiRfRsDi7si2sfSHNKNkxGaKOftP9z8yr5Pqr/i4eHUk2JM6CcJx+0vJoVdYVyU5acQAHGI0PmD64t+4yOWxTiKLI3l31kahMgbGshg0HEt0snGyTDSS5IErtfrD0IN8nIiiT+C5AKhk20J06Uk7owvLS6nH//Vj+1TYkE0UW/A27JnJ4If/vBHWtKO0trKql0nhYxRb2UUtJdmpLylYoxoC/0gHvuNF44y2j2XbvNB4p0dy4vxIsSP4YNSB6Ad7Jd9CNmKh49TT4rtCfUkwA38EIs9BHYtTUZcAqPW4JnxYrRhiP7oiC8HneAgPm4oRHn3iiyW2xHEhYfFzRm2sSwvA0BnGUD5eh9iIXtYP0mXdvupWSM1hbEuEQh9M8KVXJBwqPrZT3+WBv2hfbTYyZtU6vM22k0Z/WujbEvodXl/htPbDKkyBnup3x+YHtOsvPjwBOBY0L5oY2yRcz2Odrzcr3g4OPWk+CTiuIaBHXITBM8PD4Z9fyxGSzuWkPmRlCAPltQdeVAB0iDG8XJbZh6ytKUkSLvLrGDXDk32IEkhe0BeAf6RuUsXW48H7tZX8pYWl1JX/XjmmWftO4XoC4IpQ7QBfOWrX00LC10Fvo+Jd9cQElsQ2xJlW0JvBAgvZ0CJJru4uGDXFOd7PZOJE0+gLB/7IGTYTopXPFw0M38KwSRhMkeICdTev1cI2ScV3nWRmpbH/h3Bri2F7ecGlB6EBcJzKocLY4zxizElDVkzVGXFGNsyW3pJj+ME8KSQZz/qGwextX2tOupU2dAPJh27yMNDpCCfEfPfB2+OOaEsa20VtrY2Jb+dVteWRVqLllYiyoSuUkcgdJFXerx2c8rOPv61823aZQ+8O3x8Xd9dTxQCadQzqf6Kh4epJkXAxIkwGvmHQAmxH3fyIj5pW5Zn+6RNMgwLr82Nl5sivtSLcWE8grSIB6GEsSIb8uSThryPo4w4v+FSypMXsqAkqdAHoY3l8Q6dZ4Tm+ITsYVhZWk6rWgZDQARvU0MuUafVn/N4RnEw3JXnxpfTIXDqsaxx+RJ3qx/56Lft539qdV7WNyTo9RwkudgnRF/L+iK94tFhqkkxJgvGCMG1SS4C6e20Ui4MkjiGw/akEW0lTDucIIKg3DCDPIhj4I3n0xhspLONcQUloRICpIdBx7FgH4IuH7tpykCOvo28eyG+ar69zcPbzfvHINpDsIfI83G/deumeW/2i4rdBaU0dUWf7mzbZNyRr12SSOUZSNrEc5lUgU6W1NwtL5fSsWUMCezHFrCNeMXDx9SSYjnZiMdEAe1JUsaRjRAgHqQYxn+yoD6MSe30hKkDQ0S3GQP37OThzEFC/PM0G8Y8NjFmbBnfGDPKY+jkxbDHmzIhG4G0SIcgIQInT/SLiHf9OT/XHQG44vK4tkEZAu8+nz9/zn77mWUxOiKPNsZxV4JpJf36tetpsDNI586dN+Jiya/kiUB+EmgbpOrPW/r1RNLwwnkukWAPhhu5MS4mYnXZ7/ooMCZx4kAu5ndsqTviFY8OUz/iTJgIdwMTKGSIRwCTykfeSYGJz+//9gc7adDfsR8q4g7utADi8jFSW/WPX/LjDRD/wIOPkXNRcy2QNDdqJ0XSQtY9HSeTkIUckA9ZyCjKBMiLsadMeJnKsf+0TcmWdy+g+8KFC+nZZ5+1nzv99a9/nTY3+a2Wg5ddqI876rSPby6+/fbbdpPlqacuGrGViLYFDmtH9Bevjz4ETN4CHukt6xvLdOd714UMgbwY39gGSUaoePSYalJsT1BQTpZ2PORjgrURachN0n08YOzydIb9tHV7I33y4fvp3bffTB+9/15av3k9ra9fS7fXb9pDwuapnDCO237E8WYhEr8MIS9Q6T4m+ZGbIR5jc40sxpTAfhAYgTR0Edgvl4PRNuSDMBiD8ArbcixtjTu9KQeAbMiDaBfgpLOyspS++tUvy1s8n1599Sf206Ug2kagXgJE+O//3b+3by5eeeZK+vznvzD28kDZtqOiLc+Jwjqhro10YlRr7Rcn7+iYQNkYg1IPaZFe8egxtaTIJCknTUxwQFo56cu8wN0mFXntyXx05AmrsHn7Zvr1L36W/uo//cf0Nz95Nb3xxq/Tr17/RfqbV/9zeutXv0w3P/lQ3oIIUqTJdaXw1g5r81FxP+ViPAkQGHegu/M9uwutVHuEJpa3QTy0tRyr2Fr/hZIMoz+lfPSVLbIQECRZpltftJ0ryC5QygUijj57nlD7X/rSl9KzzzyXfv2rX6d33nln7B1SNsrjrX3yyfX013/9N/bTpi+88EL67Gc/a+0Pfe367wvSYcSoLb/9Mp8fd4p2gzJOnRHKNpxYeyqOjan2FCehNJJycrVRTqrDJuRxQVmKiwJEdtfSj3/4n9JbMsI5LcFWz5xLK6tn0rlzF9OVK88lVqVvvf2WPMj30qaIkaUUy9UwWFC2L8LDANVoOBQwvGLJatW5EbMfY1YaZjmOQTIg8tptRzbk4lghFx5jO40QD19bXfuqq6XvbmA8n3vuufTlL39FS+ft9LOf/Wz8ZRq/Oec3OriG9/Of/zz9/S/+3j5E+81vfkNpPelv+lH2/YEgFWjh98J5htL6lfVGv0pEXntb8Xgw1aTI5GAShSGyHxOG9AhhaAEmYTkRy0lWyt0PuHbY37qdXv3RD9Nb776bZuYX0+z8cpqdW0zz3YXUWVgWSa6mi08/l648/Wxav3EtbazfkFd5y34TpN/v21IuSCP6VvbnKDheP+h/jF0zJqGjHNPYluNXji9pBNLisgCyJekBZMakpzjlyzTKBOLGBLVpBChssgQwqf7QRxu63fn03X/wHbuz+3d/9/N07dr18ZLZr5v6u84/0jG7ceNGOn/hgpbcX7Fy1Bj6QPSbcD+wflig3SO71hljAkJ3u45yv0yvePSYalIE95og5IeRxcQKIyIQLwMIAzguaAq/b3z1TS3T3n0nLS6tph5EOMuHBbQklefR5Y7kQjeluU5aOXMmXbr4dLq9cTsNdrb9oeEdbsSIGIvHiOJmR+B+23cvoDbGkzqIBznFeEV6mQZClhDjG/sgxreUjzIRD0S82bpOPLuyfNQfOkCZD3x/Rp7il9KLL72Y3njjqsIb9ugVOtny2M6HH36SfvCDH5rX+N3vfjudPXtG86Zpf/SlXU8bh6WPofLoIAxFysgTSr20KxCyFdODqSdFMGnSkBZeSORPmoAnixl7E+KNq7/CimRYFxKvyvFKHNfLLHREkLxCx7UkyVy4fCXNiyB3Nm+nzfV18xQx1L6Ce4y8Uzz5caHD2j9pPO4FdJXXNCMt6oAQ2h5cjHGQRVuWNHTRdvLYL4kFRHoEQBkCu8gTh0C44ULa3XoXOqItgDvL3Gjh5wjW12+lX/ziF+ah0S6Ilq9t/+Qnf5Pefec9+yjtN7/1LXslsKyp7BuhRFlX2bdJsNwsQv08lsN1S3SEHv6WOgF622kVjwdTTYoxSSZN1JicpBMPmUgPwwflhAzZ+8X6rZtpJCPknVauSc1xoyHXbWEGEoEAqGsudXpaXosgR4NteZkjI0QIwK93cRfYPcUgCkKQzGE4rvGU/Y8xiv22rpClHchFAFEuxg8Z9iHIkjxBWTZ0BmKsdkXS3EFGD/BX9tQGQpanfNQTaHSjB/18LHYxfeMbX09n1s7aEvr99z/ID+qzdN5Of/EXf2Hbb4kQL128pHK04+5zgTrKPh0ZuancaCnLjuPaIhL66RvxY9dT8VBw/+zwCNE2isOADLKlPNtJZY8/AV0H16ZYJosy0mA4sLRyQtuNRwwpG1MQAIZrP6okGQyV4ITIkpE2N20HsW23vezXUUHTvI1NOeJBZuSRTjjYZm9TU8b7GV4t8SgfKHWwjf2QizRp1hY9fLgWoqWw6wBRJwhddwIZ9Ln8y5/9XPrKV76SXn/t9fTWW2/Z+9AskV/75WsKr5tH/81vfT2dO3dG+pr2gagj6inriz4cFdJCobS2umZ6Y6wsT1u6yrVHcFzdFQ8fU0uKTJaYMBEmISY1iDJhyFE+4oQHBdcM+QrMjZs37MYJBBFo6mEPIxPx6M+elsczqSMPky2EhycI6eEpeaDN7TCpzdGfoyDk2IQ+4ON5kPRifD2viZdkEfKkhWcISt2kEUK2LAsinUD/OYnwyh0niJABlLkXkI8y6Hvm6Svpq1/5Wtrp99Nrr72Wbt68ZUvXH/zlD9K1a9fS5z73OXsUx7/43dSBDuLR1xLsRzgqTFLNok1x4inR1ncc3RUPH1NLijFxmFgx+UsjCLAfMqA9wcoykXd/k5Aye+nsuXPmBfLWyvbWppEi6qOOeHYO4pOJpZG8ya3NrbRnJGS2Yvkmk+Vi+RweWOQTJuFueSXKfkKC8VEI0ttjEWQGQneQRKknZMAkOdLoA2inRd9cnx9bLiHEiYWfFjAPjn9F2TZIj/ZG3ejo9ubTV776pfT000+l9957N924cTPt7Gynq1ffUP4wvfLKZ9Mzzzxj137DUyz1lPoiTKr/XoiyeIPed/rnelAXq4KK6cTUkiJgQkVoI9Jt8mkiR1ogjBBEPohJfz9A+8LCcrp84WI6u7KcNm7fksd43a4R7ub2+DUyfkBJXoKWax9/+J48oVHqaOmcZv2Cu9Wf5Qm008mV8o3HFNsHNSAfIwz1IKEFCcSYtAMyEdiPcYx2kRbbUr4E+7Q/8iL48TnoodkPZQEbnqbeNkgHZV6kfe6VV9KLL76QlpeXlMbdZ39W8eKli+lLX/6SvZZHuShbbifF7wfRFrbRT+uUgT7laMVUorGSKUcYSExW9iMEyjSCT8jGIMGDTHi1QGXn08svvZKew+Po7Kc33/p1+uCjd1N/0E99eYX2bNxwN+0qfvOTj+SxvJN6i0upJzLlhsu47kwwwNvn7SwR7Y7wIPB6ve4YgzKE/nZapJdx8kqQHuMMIj/SSn2Mj98R5lIChNy6JkmQXOgC7X0QaZQNskY3XuLLL7+cvvjFL6XV1VX76MOZM2ftI7Sf//wr+dnEpo2hl7aCdnrZtqMA+SjDlq978+D43fSQF/2pePyYelIsJ1MYQYmYTJEX8XZeuX+/oGbKr114Kn3hy19Nn3vpxbS2NJ/ef+fN9PbbPLv4Znrv/bfTRx++nz54+6109devybNcSmfOXrAfYOdxHZavXOfi5znjuhztZhuhbCN57TEot0cH8k2ZIBJQ1oHekiDadUca8XK5X5aPMEkWRDrtIS28YxsLk7izTSUiL/JDL3pYGn/7299Oly8/pbFftDzi3/3ud0RQq1am7DuIcS8xSe6oaPef49zuQyBkrO/aVjx+TDUptidJTKB2ADERQaS1Zcr4/UEGrr+a7umZ515OX/jCV9M3v/Gt9NILz8tN2Um3PvkwvfPm6+njD95NWzub6cpzz6dnnn8hLcljWRQ5LvTy5+nzO8AQI8ZQXucr2xfxdpsPM7DD4PL5mmYepzIEsUWIMmWINhAP+UhjPwLpgZAt87wM6fKmc3qpWyNg/0pMIgz2CZFHoDzh61//ul1PJI+PPwzkxX/xi5/X2PNan8tOCsiH7vsF9ZeI/XY6mJRW8fjB0X9DeFHwlCmCv6blr8SBmKxsY0IRj3xAOvt4DTHRS8MhBCmdBAbbm+nWjU/SYLid+jvbWjqPtFTGO7yYZua7RqJcUxLtJVoZbQBhhCDSo61BlGU72adfW1tb1gcI9ihgTPy96zs/wlpu0U+cLYhxpU3EySOU7T7g5alclCWdMpGGDPumJ/mNlZAlL5bUvd6iAicO/95gW28boRfEljL/+l//G+Xt2Q0Xyv7Df/gP06VLl0xnWy/78WGL2I949JX4vUD9PJwfYxJABzoB6ZEX6dEeyke9FY8efFbupZdeujrVnmKgnCQxqcy4igkGIr09uUg/+YmmemV03cWldOmZF9KzL3w+vfz5r6VXvvTN9JmXv5BWzp635VtX5MV1rI6MnGtLkJktnxXcKBrSjm20tWxzxMv+HhWu86CO9phE3aCdz3gGkCOvJL0gEUAaeQBZAgh5TsP2IdasJ+SJS4kkIxwd1B0h2vSbv/lfp5/+9Kf2aM5v/MY/sDdeQLQp+gjK8hEi/UERdbRR1gMOk6t49Jh6UozJSzCjKtLYj4BhRWCf/NgP+TI8ODShNalRZYHl6Uwnpbl5beUV8AgM70SLMPhtYt6/5fdRwivwLUQYoSGlMBgCbS2NBxy3Dy6LjoMedmyjHkLsgxjbskyMdeyDKFvKT9JhfaQNOowWTK3LjWG7tMH2rFwb7bRoM4E6qI/riFzHvXz5st1k4YRUjnGgLBt50f7YPy6idRqVvD2IcnzauN86K04OU02KTOLGo2qWGZEXkzziBDwxAnHko3wY0oNM9klwfdrmfUCcZ9TcC/Rf0PO4S9EeL8c2wsF+nEQbo89sPerGiH4QZBVy5T6hbBPxkGunRTn24xixHyck0jkOgH0CP7XKc4n+qBB9dd3ay/uHT03yyxBp0S4CbeLSC6C+aG+JUoe1KaOMR/5RYHq0VQ/pHglpb0LR8RhUTCWmlhRjIse1Mz4bH4FnzUiLwD6Bl+9jy6MQvHtaylI2fhvjZCZly8giyBhou/6Yh8h+kEUEwDYIMULkx34bpGHwk/LaCBnfYoiMq4+t6/B45Ic8aSEXsuGB00PkSC9Jz8vSNi/rz+Y1cD2uz2StbhGX/fA+eiwp51sJ/hS6G5T77fwY57gWzfHnuEPK5IU8MuyXaaCMHxvW5Dv7bZ07Iky+4rFiakmxPTFjskYI8ggCKfcjxKQvA+mh72GDGsp3oKP+6EOEaG/EI31MIAXI50SBrqMi7Ax9BB4wJw2Sgud868FfOXSvkbh/wcfjno8H5iQZZGY/QqU8XtWDjIJA0eNlSXc9ZT2jkeIKsZQmPUihHJN7IWRKWeLf+973LPC8IidDyDHGrh3KcY/48QlKx8s3FngddJYtaSRJH6FsZ8X0gaMztXefpx9M97tPcDOIwrjCMEqDC2OcZCzttCiL4R4VEBSExd3npn4nKG+/pyHHNspEPNrgu54WekricvnQ7/vtfkUZ4CSI90m6e67ceeYOtL+f3BBVifZ+G007XLYh8IN9LPWX4wlJkla29ShA3r6XOeSNpmiH6yOwHyGIuCRk0qM9FY8ep+ru8/Ti3pO3lCgnvRmejMF+t7gwPGTuheMYKqC+TmfOvCSC3wX3u+Gkh1GGkUa8HeLd6QixJD2YRh2uux388gefXPN9PvfFJY6lJQKXO1ZNZm7uqKRw+FhFHwDbaKv34+AjOCXa+8dGoZNtkGC5XzHd4Og9cZ5ikNOjxh0G4hHfz3lhyI8CvsRtAiiNtoyDsu2H4bA8yjbvXjcnBxsH00u8yYvHdiahqSPad3idAeLRx9gC6mCfbdmmQBm/F9DDc4rDwYCC4zR0QMRso25IOQg66g4cp86Kk8MT7Sk+rklHvRgAAfA3Aoj0RwXaQyg9qNhOChjyJO+wHaKPdwbq8njU3YRoD/l3EiJ5d4K0w49llHFCbjzhMoBoT2yDTCfXeThChyJjEmZLYPkeMm29sR/1VjxePForrBjDDKEwjrahPCpgxIRYTgYxRF7E2bZDIOKRHuUigLau9j4EFVvyJoH8IJnjoNRHWfREIC9CmX8/oByXJ+IphziJxIkk6izjQZzgsH5XPFrUo/AEIwwzQkkQ7f1AW76MtwPpoJ0WxBeh3D8MkEcsPY+DaEO0MeLtAIKcyrTjgjogxHhULO54Q4zRR0L0eVLdFY8XlRQrxsAgw1DL7WGB/AjttNgvCY/08JIiLdKj/ohDEmUIlDL3g7K+dh3RngdF6EdXeIllv8s+lO2pmA5UUqwwYJhBDrEfIB6EQTwC+yXpBaJsKTtpvySkdgiUZcqyD4qHpbcN9Mb4xHiVdREv+1vx+FFJsWKMktjaCOI4LATKeBt3y5uEUn+Ek8TD1F0C3UGIEYIkH2a9FfeHSooVBxDG2g4lcYRnw34ZL+Xa5cu8u8mUAZnTiuhjeL4xTrENsB/9rZgO1CNRcSwEmQVhnXbyetgIcrxbqJguVFKsqHiImESC7VAxXaikWFFRUVGgkmJFRUVFgUqKFQ8F7RsKFRWnBZUUKx4K6rWyitOKSooVFRUVBSopVlRUVBSopFhRUVFRoJJiRUVFRYFKihUVFRUFKilWVFRUFKikWFFRUVGgkmJFRUVFgUqKFRUVFQUqKVZUVFQUqKRYUVFRUaCSYkVFRUWBSooVFRUVBSopVlRUVBSopFhRUVFRoJJiRUVFRYFKihUVFRUFKilWVFRUFKikWFFRUVGgkmJFRUVFgUqKFRUVFQUqKVZUVFQUqKRYUVFRUaCSYkVFRUUBfrH8jd/5nd95cW1tzVMqKioqnkCsr6+nP/mTP7kKKf6xwj+y1IqKioonGunP/3/sA2PbR5G+ww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402286" y="1233489"/>
            <a:ext cx="0" cy="5211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65125" y="4520454"/>
            <a:ext cx="67155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3"/>
          <p:cNvSpPr txBox="1">
            <a:spLocks/>
          </p:cNvSpPr>
          <p:nvPr/>
        </p:nvSpPr>
        <p:spPr>
          <a:xfrm>
            <a:off x="212466" y="4773858"/>
            <a:ext cx="3398000" cy="304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Tx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6875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5475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54075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2675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319213" indent="-182563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097280" indent="-182880" algn="l" defTabSz="914400" rtl="0" eaLnBrk="1" latinLnBrk="0" hangingPunct="1">
              <a:spcBef>
                <a:spcPts val="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097280" indent="-182880" algn="l" defTabSz="914400" rtl="0" eaLnBrk="1" latinLnBrk="0" hangingPunct="1">
              <a:spcBef>
                <a:spcPts val="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1097280" indent="-182880" algn="l" defTabSz="914400" rtl="0" eaLnBrk="1" latinLnBrk="0" hangingPunct="1">
              <a:spcBef>
                <a:spcPts val="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800" b="1" dirty="0">
                <a:solidFill>
                  <a:schemeClr val="tx2"/>
                </a:solidFill>
              </a:rPr>
              <a:t>Backordered [Product Name]: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161" y="5322119"/>
            <a:ext cx="302198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[Backordered Product Name]</a:t>
            </a:r>
            <a:endParaRPr lang="en-US" sz="1400" b="1" dirty="0">
              <a:solidFill>
                <a:srgbClr val="0070C0"/>
              </a:solidFill>
            </a:endParaRP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L# 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REF #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798" y="4690869"/>
            <a:ext cx="1480775" cy="2033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723906" y="5322119"/>
            <a:ext cx="3241011" cy="2364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CE26F-D9DA-844C-CF21-EBBB1194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073" y="2172545"/>
            <a:ext cx="3162463" cy="3213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A6704-43B1-7EE8-1BB0-9E9762E97670}"/>
              </a:ext>
            </a:extLst>
          </p:cNvPr>
          <p:cNvSpPr txBox="1"/>
          <p:nvPr/>
        </p:nvSpPr>
        <p:spPr>
          <a:xfrm rot="19867093">
            <a:off x="8314441" y="3091992"/>
            <a:ext cx="2941163" cy="923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000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8D1EC-2344-A456-AA56-ECA75D0B6F4B}"/>
              </a:ext>
            </a:extLst>
          </p:cNvPr>
          <p:cNvSpPr txBox="1"/>
          <p:nvPr/>
        </p:nvSpPr>
        <p:spPr>
          <a:xfrm rot="19867093">
            <a:off x="3718628" y="5468348"/>
            <a:ext cx="1715958" cy="85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2800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40371325"/>
      </p:ext>
    </p:extLst>
  </p:cSld>
  <p:clrMapOvr>
    <a:masterClrMapping/>
  </p:clrMapOvr>
</p:sld>
</file>

<file path=ppt/theme/theme1.xml><?xml version="1.0" encoding="utf-8"?>
<a:theme xmlns:a="http://schemas.openxmlformats.org/drawingml/2006/main" name="int_sys_pres_4x3_161219_02">
  <a:themeElements>
    <a:clrScheme name="UCH 2022">
      <a:dk1>
        <a:srgbClr val="000000"/>
      </a:dk1>
      <a:lt1>
        <a:srgbClr val="FFFFFF"/>
      </a:lt1>
      <a:dk2>
        <a:srgbClr val="3B5470"/>
      </a:dk2>
      <a:lt2>
        <a:srgbClr val="EBEBE6"/>
      </a:lt2>
      <a:accent1>
        <a:srgbClr val="A6093D"/>
      </a:accent1>
      <a:accent2>
        <a:srgbClr val="ECAE43"/>
      </a:accent2>
      <a:accent3>
        <a:srgbClr val="C75643"/>
      </a:accent3>
      <a:accent4>
        <a:srgbClr val="87893A"/>
      </a:accent4>
      <a:accent5>
        <a:srgbClr val="768692"/>
      </a:accent5>
      <a:accent6>
        <a:srgbClr val="A4BCC2"/>
      </a:accent6>
      <a:hlink>
        <a:srgbClr val="A6093D"/>
      </a:hlink>
      <a:folHlink>
        <a:srgbClr val="42556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6093D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_16x9_pres_basic_170131" id="{8103331F-0175-4386-929E-D5DF8DC72CB4}" vid="{8A9E33FF-1F38-4243-9DD1-770151229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5c79865-6d36-41b9-9844-4c298b93113b">
      <Terms xmlns="http://schemas.microsoft.com/office/infopath/2007/PartnerControls"/>
    </lcf76f155ced4ddcb4097134ff3c332f>
    <TaxCatchAll xmlns="8864b64f-1233-41be-a075-290d430449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634E83BFC74B4C9F3F576B4ABE56B9" ma:contentTypeVersion="13" ma:contentTypeDescription="Create a new document." ma:contentTypeScope="" ma:versionID="2c8e9fdd2605242871228c1aa3d3d5e7">
  <xsd:schema xmlns:xsd="http://www.w3.org/2001/XMLSchema" xmlns:xs="http://www.w3.org/2001/XMLSchema" xmlns:p="http://schemas.microsoft.com/office/2006/metadata/properties" xmlns:ns2="35c79865-6d36-41b9-9844-4c298b93113b" xmlns:ns3="c70e3a11-6f10-4905-a051-07e1d7d1a268" xmlns:ns4="8864b64f-1233-41be-a075-290d430449b7" targetNamespace="http://schemas.microsoft.com/office/2006/metadata/properties" ma:root="true" ma:fieldsID="ed7d37d934fac7c67c67050577dc7657" ns2:_="" ns3:_="" ns4:_="">
    <xsd:import namespace="35c79865-6d36-41b9-9844-4c298b93113b"/>
    <xsd:import namespace="c70e3a11-6f10-4905-a051-07e1d7d1a268"/>
    <xsd:import namespace="8864b64f-1233-41be-a075-290d43044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c79865-6d36-41b9-9844-4c298b9311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167732-f0be-4849-9b58-dc884c6d3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0e3a11-6f10-4905-a051-07e1d7d1a26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4b64f-1233-41be-a075-290d430449b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324d9be-6b59-4395-a6aa-4826bc62c089}" ma:internalName="TaxCatchAll" ma:showField="CatchAllData" ma:web="c70e3a11-6f10-4905-a051-07e1d7d1a2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38BAD9-7750-4C9F-8C6C-DB529E53E500}">
  <ds:schemaRefs>
    <ds:schemaRef ds:uri="8864b64f-1233-41be-a075-290d430449b7"/>
    <ds:schemaRef ds:uri="http://purl.org/dc/terms/"/>
    <ds:schemaRef ds:uri="35c79865-6d36-41b9-9844-4c298b93113b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c70e3a11-6f10-4905-a051-07e1d7d1a26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2B11B10-02C2-47BA-9C78-87AE40A6C6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1E8005-E950-43C7-ACCC-5B8D30F812D9}">
  <ds:schemaRefs>
    <ds:schemaRef ds:uri="35c79865-6d36-41b9-9844-4c298b93113b"/>
    <ds:schemaRef ds:uri="8864b64f-1233-41be-a075-290d430449b7"/>
    <ds:schemaRef ds:uri="c70e3a11-6f10-4905-a051-07e1d7d1a2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sys_16x9_pres_basic_170131</Template>
  <TotalTime>2099</TotalTime>
  <Words>112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int_sys_pres_4x3_161219_02</vt:lpstr>
      <vt:lpstr>Short Term Substitutes for [Product Name] Supply Chain – 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 28pt Arial Bold, UCHealth Dark Red</dc:title>
  <dc:creator>Rita Sulma</dc:creator>
  <cp:lastModifiedBy>Cabriales, Cesar</cp:lastModifiedBy>
  <cp:revision>20</cp:revision>
  <cp:lastPrinted>2022-07-11T17:27:55Z</cp:lastPrinted>
  <dcterms:created xsi:type="dcterms:W3CDTF">2022-06-15T15:07:37Z</dcterms:created>
  <dcterms:modified xsi:type="dcterms:W3CDTF">2025-10-28T15:24:58Z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0x010100F4634E83BFC74B4C9F3F576B4ABE56B9</vt:lpwstr>
  </property>
  <property fmtid="{D5CDD505-2E9C-101B-9397-08002B2CF9AE}" pid="3" name="MediaServiceImageTags">
    <vt:lpwstr/>
  </property>
</Properties>
</file>